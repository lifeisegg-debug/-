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8" r:id="rId6"/>
    <p:sldId id="261" r:id="rId7"/>
    <p:sldId id="262" r:id="rId8"/>
    <p:sldId id="269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8FB1"/>
    <a:srgbClr val="CA52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F2854A-1DC6-408B-B281-59AA7848564F}" v="5" dt="2026-06-05T16:14:34.695"/>
    <p1510:client id="{805E874F-B7C2-44C8-B0BC-7A58A2276B6B}" v="12" dt="2026-06-05T15:59:40.536"/>
    <p1510:client id="{D2CF300E-9C4F-48CC-9CFD-F82B0FF02E6B}" v="6" dt="2026-06-05T05:14:19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승원 최" userId="5864cabb4e190dad" providerId="LiveId" clId="{A89B3102-B631-4185-B896-070EC5E28430}"/>
    <pc:docChg chg="undo redo custSel addSld delSld modSld sldOrd">
      <pc:chgData name="승원 최" userId="5864cabb4e190dad" providerId="LiveId" clId="{A89B3102-B631-4185-B896-070EC5E28430}" dt="2026-06-05T16:15:29.495" v="1995" actId="20577"/>
      <pc:docMkLst>
        <pc:docMk/>
      </pc:docMkLst>
      <pc:sldChg chg="addSp delSp modSp add mod setBg">
        <pc:chgData name="승원 최" userId="5864cabb4e190dad" providerId="LiveId" clId="{A89B3102-B631-4185-B896-070EC5E28430}" dt="2026-06-05T15:41:50.664" v="821" actId="1035"/>
        <pc:sldMkLst>
          <pc:docMk/>
          <pc:sldMk cId="0" sldId="257"/>
        </pc:sldMkLst>
        <pc:spChg chg="add mod">
          <ac:chgData name="승원 최" userId="5864cabb4e190dad" providerId="LiveId" clId="{A89B3102-B631-4185-B896-070EC5E28430}" dt="2026-06-05T15:40:22.492" v="510" actId="1076"/>
          <ac:spMkLst>
            <pc:docMk/>
            <pc:sldMk cId="0" sldId="257"/>
            <ac:spMk id="14" creationId="{54D597CB-A0F4-026B-9036-063626CA99C6}"/>
          </ac:spMkLst>
        </pc:spChg>
        <pc:spChg chg="add mod">
          <ac:chgData name="승원 최" userId="5864cabb4e190dad" providerId="LiveId" clId="{A89B3102-B631-4185-B896-070EC5E28430}" dt="2026-06-05T15:37:44.554" v="454" actId="207"/>
          <ac:spMkLst>
            <pc:docMk/>
            <pc:sldMk cId="0" sldId="257"/>
            <ac:spMk id="15" creationId="{5B1A5F05-A3AB-5985-02C9-54C8AFA6634A}"/>
          </ac:spMkLst>
        </pc:spChg>
        <pc:spChg chg="add del mod">
          <ac:chgData name="승원 최" userId="5864cabb4e190dad" providerId="LiveId" clId="{A89B3102-B631-4185-B896-070EC5E28430}" dt="2026-06-05T15:38:43.430" v="457" actId="478"/>
          <ac:spMkLst>
            <pc:docMk/>
            <pc:sldMk cId="0" sldId="257"/>
            <ac:spMk id="16" creationId="{C14BE522-F41C-E218-F4BD-44A16950ADD8}"/>
          </ac:spMkLst>
        </pc:spChg>
        <pc:spChg chg="add mod">
          <ac:chgData name="승원 최" userId="5864cabb4e190dad" providerId="LiveId" clId="{A89B3102-B631-4185-B896-070EC5E28430}" dt="2026-06-05T15:39:06.419" v="499" actId="20577"/>
          <ac:spMkLst>
            <pc:docMk/>
            <pc:sldMk cId="0" sldId="257"/>
            <ac:spMk id="17" creationId="{D14A0D55-1AB5-B9D4-C621-317346C7FEBE}"/>
          </ac:spMkLst>
        </pc:spChg>
        <pc:spChg chg="add mod">
          <ac:chgData name="승원 최" userId="5864cabb4e190dad" providerId="LiveId" clId="{A89B3102-B631-4185-B896-070EC5E28430}" dt="2026-06-05T15:41:50.664" v="821" actId="1035"/>
          <ac:spMkLst>
            <pc:docMk/>
            <pc:sldMk cId="0" sldId="257"/>
            <ac:spMk id="18" creationId="{00AA1C6E-C3FE-5B66-3FF3-D1E99A42251E}"/>
          </ac:spMkLst>
        </pc:spChg>
        <pc:picChg chg="add mod">
          <ac:chgData name="승원 최" userId="5864cabb4e190dad" providerId="LiveId" clId="{A89B3102-B631-4185-B896-070EC5E28430}" dt="2026-06-05T15:38:50.381" v="458" actId="1076"/>
          <ac:picMkLst>
            <pc:docMk/>
            <pc:sldMk cId="0" sldId="257"/>
            <ac:picMk id="19" creationId="{28AD4A78-FA1A-3A86-AA7D-4E026B5D7136}"/>
          </ac:picMkLst>
        </pc:picChg>
      </pc:sldChg>
      <pc:sldChg chg="delSp modSp add del mod setBg">
        <pc:chgData name="승원 최" userId="5864cabb4e190dad" providerId="LiveId" clId="{A89B3102-B631-4185-B896-070EC5E28430}" dt="2026-06-05T16:00:19.315" v="1747" actId="47"/>
        <pc:sldMkLst>
          <pc:docMk/>
          <pc:sldMk cId="0" sldId="258"/>
        </pc:sldMkLst>
        <pc:spChg chg="mod">
          <ac:chgData name="승원 최" userId="5864cabb4e190dad" providerId="LiveId" clId="{A89B3102-B631-4185-B896-070EC5E28430}" dt="2026-06-05T15:42:59.070" v="871" actId="20577"/>
          <ac:spMkLst>
            <pc:docMk/>
            <pc:sldMk cId="0" sldId="258"/>
            <ac:spMk id="3" creationId="{00000000-0000-0000-0000-000000000000}"/>
          </ac:spMkLst>
        </pc:spChg>
        <pc:spChg chg="del">
          <ac:chgData name="승원 최" userId="5864cabb4e190dad" providerId="LiveId" clId="{A89B3102-B631-4185-B896-070EC5E28430}" dt="2026-06-05T15:43:03.584" v="872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승원 최" userId="5864cabb4e190dad" providerId="LiveId" clId="{A89B3102-B631-4185-B896-070EC5E28430}" dt="2026-06-05T15:44:29.824" v="1065" actId="14100"/>
          <ac:spMkLst>
            <pc:docMk/>
            <pc:sldMk cId="0" sldId="258"/>
            <ac:spMk id="5" creationId="{00000000-0000-0000-0000-000000000000}"/>
          </ac:spMkLst>
        </pc:spChg>
        <pc:spChg chg="mod">
          <ac:chgData name="승원 최" userId="5864cabb4e190dad" providerId="LiveId" clId="{A89B3102-B631-4185-B896-070EC5E28430}" dt="2026-06-05T15:44:22.993" v="1063" actId="1038"/>
          <ac:spMkLst>
            <pc:docMk/>
            <pc:sldMk cId="0" sldId="258"/>
            <ac:spMk id="6" creationId="{00000000-0000-0000-0000-000000000000}"/>
          </ac:spMkLst>
        </pc:spChg>
        <pc:spChg chg="mod">
          <ac:chgData name="승원 최" userId="5864cabb4e190dad" providerId="LiveId" clId="{A89B3102-B631-4185-B896-070EC5E28430}" dt="2026-06-05T15:44:22.993" v="1063" actId="1038"/>
          <ac:spMkLst>
            <pc:docMk/>
            <pc:sldMk cId="0" sldId="258"/>
            <ac:spMk id="7" creationId="{00000000-0000-0000-0000-000000000000}"/>
          </ac:spMkLst>
        </pc:spChg>
        <pc:spChg chg="mod">
          <ac:chgData name="승원 최" userId="5864cabb4e190dad" providerId="LiveId" clId="{A89B3102-B631-4185-B896-070EC5E28430}" dt="2026-06-05T15:44:22.993" v="1063" actId="1038"/>
          <ac:spMkLst>
            <pc:docMk/>
            <pc:sldMk cId="0" sldId="258"/>
            <ac:spMk id="8" creationId="{00000000-0000-0000-0000-000000000000}"/>
          </ac:spMkLst>
        </pc:spChg>
        <pc:spChg chg="mod">
          <ac:chgData name="승원 최" userId="5864cabb4e190dad" providerId="LiveId" clId="{A89B3102-B631-4185-B896-070EC5E28430}" dt="2026-06-05T15:44:22.993" v="1063" actId="1038"/>
          <ac:spMkLst>
            <pc:docMk/>
            <pc:sldMk cId="0" sldId="258"/>
            <ac:spMk id="9" creationId="{00000000-0000-0000-0000-000000000000}"/>
          </ac:spMkLst>
        </pc:spChg>
        <pc:spChg chg="mod">
          <ac:chgData name="승원 최" userId="5864cabb4e190dad" providerId="LiveId" clId="{A89B3102-B631-4185-B896-070EC5E28430}" dt="2026-06-05T15:43:37.148" v="991" actId="103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승원 최" userId="5864cabb4e190dad" providerId="LiveId" clId="{A89B3102-B631-4185-B896-070EC5E28430}" dt="2026-06-05T15:43:37.148" v="991" actId="1038"/>
          <ac:spMkLst>
            <pc:docMk/>
            <pc:sldMk cId="0" sldId="258"/>
            <ac:spMk id="11" creationId="{00000000-0000-0000-0000-000000000000}"/>
          </ac:spMkLst>
        </pc:spChg>
        <pc:spChg chg="mod">
          <ac:chgData name="승원 최" userId="5864cabb4e190dad" providerId="LiveId" clId="{A89B3102-B631-4185-B896-070EC5E28430}" dt="2026-06-05T15:44:20.869" v="1061" actId="403"/>
          <ac:spMkLst>
            <pc:docMk/>
            <pc:sldMk cId="0" sldId="258"/>
            <ac:spMk id="12" creationId="{00000000-0000-0000-0000-000000000000}"/>
          </ac:spMkLst>
        </pc:spChg>
        <pc:spChg chg="mod">
          <ac:chgData name="승원 최" userId="5864cabb4e190dad" providerId="LiveId" clId="{A89B3102-B631-4185-B896-070EC5E28430}" dt="2026-06-05T15:44:20.869" v="1061" actId="403"/>
          <ac:spMkLst>
            <pc:docMk/>
            <pc:sldMk cId="0" sldId="258"/>
            <ac:spMk id="13" creationId="{00000000-0000-0000-0000-000000000000}"/>
          </ac:spMkLst>
        </pc:spChg>
        <pc:spChg chg="mod">
          <ac:chgData name="승원 최" userId="5864cabb4e190dad" providerId="LiveId" clId="{A89B3102-B631-4185-B896-070EC5E28430}" dt="2026-06-05T15:44:20.869" v="1061" actId="403"/>
          <ac:spMkLst>
            <pc:docMk/>
            <pc:sldMk cId="0" sldId="258"/>
            <ac:spMk id="14" creationId="{00000000-0000-0000-0000-000000000000}"/>
          </ac:spMkLst>
        </pc:spChg>
        <pc:spChg chg="mod">
          <ac:chgData name="승원 최" userId="5864cabb4e190dad" providerId="LiveId" clId="{A89B3102-B631-4185-B896-070EC5E28430}" dt="2026-06-05T15:43:57.784" v="1019" actId="103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승원 최" userId="5864cabb4e190dad" providerId="LiveId" clId="{A89B3102-B631-4185-B896-070EC5E28430}" dt="2026-06-05T15:43:57.784" v="1019" actId="103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승원 최" userId="5864cabb4e190dad" providerId="LiveId" clId="{A89B3102-B631-4185-B896-070EC5E28430}" dt="2026-06-05T15:44:20.869" v="1061" actId="403"/>
          <ac:spMkLst>
            <pc:docMk/>
            <pc:sldMk cId="0" sldId="258"/>
            <ac:spMk id="17" creationId="{00000000-0000-0000-0000-000000000000}"/>
          </ac:spMkLst>
        </pc:spChg>
        <pc:spChg chg="mod">
          <ac:chgData name="승원 최" userId="5864cabb4e190dad" providerId="LiveId" clId="{A89B3102-B631-4185-B896-070EC5E28430}" dt="2026-06-05T15:44:20.869" v="1061" actId="403"/>
          <ac:spMkLst>
            <pc:docMk/>
            <pc:sldMk cId="0" sldId="258"/>
            <ac:spMk id="18" creationId="{00000000-0000-0000-0000-000000000000}"/>
          </ac:spMkLst>
        </pc:spChg>
        <pc:spChg chg="mod">
          <ac:chgData name="승원 최" userId="5864cabb4e190dad" providerId="LiveId" clId="{A89B3102-B631-4185-B896-070EC5E28430}" dt="2026-06-05T15:44:20.869" v="1061" actId="403"/>
          <ac:spMkLst>
            <pc:docMk/>
            <pc:sldMk cId="0" sldId="258"/>
            <ac:spMk id="19" creationId="{00000000-0000-0000-0000-000000000000}"/>
          </ac:spMkLst>
        </pc:spChg>
        <pc:spChg chg="del">
          <ac:chgData name="승원 최" userId="5864cabb4e190dad" providerId="LiveId" clId="{A89B3102-B631-4185-B896-070EC5E28430}" dt="2026-06-05T15:42:39.755" v="824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승원 최" userId="5864cabb4e190dad" providerId="LiveId" clId="{A89B3102-B631-4185-B896-070EC5E28430}" dt="2026-06-05T15:42:36.281" v="823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승원 최" userId="5864cabb4e190dad" providerId="LiveId" clId="{A89B3102-B631-4185-B896-070EC5E28430}" dt="2026-06-05T15:42:41.933" v="825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승원 최" userId="5864cabb4e190dad" providerId="LiveId" clId="{A89B3102-B631-4185-B896-070EC5E28430}" dt="2026-06-05T15:43:06.277" v="873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승원 최" userId="5864cabb4e190dad" providerId="LiveId" clId="{A89B3102-B631-4185-B896-070EC5E28430}" dt="2026-06-05T15:43:07.401" v="874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승원 최" userId="5864cabb4e190dad" providerId="LiveId" clId="{A89B3102-B631-4185-B896-070EC5E28430}" dt="2026-06-05T15:43:14.067" v="880" actId="478"/>
          <ac:spMkLst>
            <pc:docMk/>
            <pc:sldMk cId="0" sldId="258"/>
            <ac:spMk id="25" creationId="{00000000-0000-0000-0000-000000000000}"/>
          </ac:spMkLst>
        </pc:spChg>
        <pc:spChg chg="del">
          <ac:chgData name="승원 최" userId="5864cabb4e190dad" providerId="LiveId" clId="{A89B3102-B631-4185-B896-070EC5E28430}" dt="2026-06-05T15:43:13.402" v="879" actId="478"/>
          <ac:spMkLst>
            <pc:docMk/>
            <pc:sldMk cId="0" sldId="258"/>
            <ac:spMk id="26" creationId="{00000000-0000-0000-0000-000000000000}"/>
          </ac:spMkLst>
        </pc:spChg>
        <pc:spChg chg="del">
          <ac:chgData name="승원 최" userId="5864cabb4e190dad" providerId="LiveId" clId="{A89B3102-B631-4185-B896-070EC5E28430}" dt="2026-06-05T15:43:15.649" v="881" actId="478"/>
          <ac:spMkLst>
            <pc:docMk/>
            <pc:sldMk cId="0" sldId="258"/>
            <ac:spMk id="27" creationId="{00000000-0000-0000-0000-000000000000}"/>
          </ac:spMkLst>
        </pc:spChg>
        <pc:spChg chg="del">
          <ac:chgData name="승원 최" userId="5864cabb4e190dad" providerId="LiveId" clId="{A89B3102-B631-4185-B896-070EC5E28430}" dt="2026-06-05T15:43:08.169" v="875" actId="478"/>
          <ac:spMkLst>
            <pc:docMk/>
            <pc:sldMk cId="0" sldId="258"/>
            <ac:spMk id="32" creationId="{00000000-0000-0000-0000-000000000000}"/>
          </ac:spMkLst>
        </pc:spChg>
        <pc:spChg chg="del">
          <ac:chgData name="승원 최" userId="5864cabb4e190dad" providerId="LiveId" clId="{A89B3102-B631-4185-B896-070EC5E28430}" dt="2026-06-05T15:43:08.985" v="876" actId="478"/>
          <ac:spMkLst>
            <pc:docMk/>
            <pc:sldMk cId="0" sldId="258"/>
            <ac:spMk id="33" creationId="{00000000-0000-0000-0000-000000000000}"/>
          </ac:spMkLst>
        </pc:spChg>
        <pc:spChg chg="del">
          <ac:chgData name="승원 최" userId="5864cabb4e190dad" providerId="LiveId" clId="{A89B3102-B631-4185-B896-070EC5E28430}" dt="2026-06-05T15:43:10.536" v="877" actId="478"/>
          <ac:spMkLst>
            <pc:docMk/>
            <pc:sldMk cId="0" sldId="258"/>
            <ac:spMk id="34" creationId="{00000000-0000-0000-0000-000000000000}"/>
          </ac:spMkLst>
        </pc:spChg>
        <pc:spChg chg="del">
          <ac:chgData name="승원 최" userId="5864cabb4e190dad" providerId="LiveId" clId="{A89B3102-B631-4185-B896-070EC5E28430}" dt="2026-06-05T15:43:12.568" v="878" actId="478"/>
          <ac:spMkLst>
            <pc:docMk/>
            <pc:sldMk cId="0" sldId="258"/>
            <ac:spMk id="35" creationId="{00000000-0000-0000-0000-000000000000}"/>
          </ac:spMkLst>
        </pc:spChg>
      </pc:sldChg>
      <pc:sldChg chg="add del setBg">
        <pc:chgData name="승원 최" userId="5864cabb4e190dad" providerId="LiveId" clId="{A89B3102-B631-4185-B896-070EC5E28430}" dt="2026-06-05T14:58:03.599" v="390"/>
        <pc:sldMkLst>
          <pc:docMk/>
          <pc:sldMk cId="0" sldId="259"/>
        </pc:sldMkLst>
      </pc:sldChg>
      <pc:sldChg chg="addSp delSp modSp mod">
        <pc:chgData name="승원 최" userId="5864cabb4e190dad" providerId="LiveId" clId="{A89B3102-B631-4185-B896-070EC5E28430}" dt="2026-06-05T16:14:59.911" v="1914" actId="20577"/>
        <pc:sldMkLst>
          <pc:docMk/>
          <pc:sldMk cId="0" sldId="260"/>
        </pc:sldMkLst>
        <pc:spChg chg="mod">
          <ac:chgData name="승원 최" userId="5864cabb4e190dad" providerId="LiveId" clId="{A89B3102-B631-4185-B896-070EC5E28430}" dt="2026-06-05T16:14:59.911" v="1914" actId="20577"/>
          <ac:spMkLst>
            <pc:docMk/>
            <pc:sldMk cId="0" sldId="260"/>
            <ac:spMk id="3" creationId="{00000000-0000-0000-0000-000000000000}"/>
          </ac:spMkLst>
        </pc:spChg>
        <pc:spChg chg="del">
          <ac:chgData name="승원 최" userId="5864cabb4e190dad" providerId="LiveId" clId="{A89B3102-B631-4185-B896-070EC5E28430}" dt="2026-06-05T14:22:37.576" v="341" actId="478"/>
          <ac:spMkLst>
            <pc:docMk/>
            <pc:sldMk cId="0" sldId="260"/>
            <ac:spMk id="7" creationId="{00000000-0000-0000-0000-000000000000}"/>
          </ac:spMkLst>
        </pc:spChg>
        <pc:spChg chg="add del mod">
          <ac:chgData name="승원 최" userId="5864cabb4e190dad" providerId="LiveId" clId="{A89B3102-B631-4185-B896-070EC5E28430}" dt="2026-06-05T15:59:49.770" v="1684" actId="478"/>
          <ac:spMkLst>
            <pc:docMk/>
            <pc:sldMk cId="0" sldId="260"/>
            <ac:spMk id="7" creationId="{6EEC3685-7131-2F3B-13C7-F26975350A76}"/>
          </ac:spMkLst>
        </pc:spChg>
        <pc:spChg chg="mod">
          <ac:chgData name="승원 최" userId="5864cabb4e190dad" providerId="LiveId" clId="{A89B3102-B631-4185-B896-070EC5E28430}" dt="2026-06-05T16:00:24.594" v="1748" actId="404"/>
          <ac:spMkLst>
            <pc:docMk/>
            <pc:sldMk cId="0" sldId="260"/>
            <ac:spMk id="8" creationId="{00000000-0000-0000-0000-000000000000}"/>
          </ac:spMkLst>
        </pc:spChg>
        <pc:spChg chg="del mod">
          <ac:chgData name="승원 최" userId="5864cabb4e190dad" providerId="LiveId" clId="{A89B3102-B631-4185-B896-070EC5E28430}" dt="2026-06-05T15:53:34.115" v="1507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승원 최" userId="5864cabb4e190dad" providerId="LiveId" clId="{A89B3102-B631-4185-B896-070EC5E28430}" dt="2026-06-05T14:22:18.099" v="339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승원 최" userId="5864cabb4e190dad" providerId="LiveId" clId="{A89B3102-B631-4185-B896-070EC5E28430}" dt="2026-06-05T14:22:23.350" v="340" actId="478"/>
          <ac:spMkLst>
            <pc:docMk/>
            <pc:sldMk cId="0" sldId="260"/>
            <ac:spMk id="11" creationId="{00000000-0000-0000-0000-000000000000}"/>
          </ac:spMkLst>
        </pc:spChg>
        <pc:spChg chg="add del mod">
          <ac:chgData name="승원 최" userId="5864cabb4e190dad" providerId="LiveId" clId="{A89B3102-B631-4185-B896-070EC5E28430}" dt="2026-06-05T15:59:49.770" v="1684" actId="478"/>
          <ac:spMkLst>
            <pc:docMk/>
            <pc:sldMk cId="0" sldId="260"/>
            <ac:spMk id="11" creationId="{079BEC4A-83B5-DEFA-794B-8F46F3EC0F9D}"/>
          </ac:spMkLst>
        </pc:spChg>
        <pc:spChg chg="del">
          <ac:chgData name="승원 최" userId="5864cabb4e190dad" providerId="LiveId" clId="{A89B3102-B631-4185-B896-070EC5E28430}" dt="2026-06-05T14:22:23.350" v="340" actId="478"/>
          <ac:spMkLst>
            <pc:docMk/>
            <pc:sldMk cId="0" sldId="260"/>
            <ac:spMk id="12" creationId="{00000000-0000-0000-0000-000000000000}"/>
          </ac:spMkLst>
        </pc:spChg>
        <pc:spChg chg="add del mod">
          <ac:chgData name="승원 최" userId="5864cabb4e190dad" providerId="LiveId" clId="{A89B3102-B631-4185-B896-070EC5E28430}" dt="2026-06-05T15:59:49.770" v="1684" actId="478"/>
          <ac:spMkLst>
            <pc:docMk/>
            <pc:sldMk cId="0" sldId="260"/>
            <ac:spMk id="12" creationId="{996E3364-6EFE-A618-DFB7-737692287902}"/>
          </ac:spMkLst>
        </pc:spChg>
        <pc:spChg chg="del">
          <ac:chgData name="승원 최" userId="5864cabb4e190dad" providerId="LiveId" clId="{A89B3102-B631-4185-B896-070EC5E28430}" dt="2026-06-05T14:22:23.350" v="340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승원 최" userId="5864cabb4e190dad" providerId="LiveId" clId="{A89B3102-B631-4185-B896-070EC5E28430}" dt="2026-06-05T14:22:23.350" v="340" actId="478"/>
          <ac:spMkLst>
            <pc:docMk/>
            <pc:sldMk cId="0" sldId="260"/>
            <ac:spMk id="14" creationId="{00000000-0000-0000-0000-000000000000}"/>
          </ac:spMkLst>
        </pc:spChg>
        <pc:spChg chg="add del mod">
          <ac:chgData name="승원 최" userId="5864cabb4e190dad" providerId="LiveId" clId="{A89B3102-B631-4185-B896-070EC5E28430}" dt="2026-06-05T15:59:49.770" v="1684" actId="478"/>
          <ac:spMkLst>
            <pc:docMk/>
            <pc:sldMk cId="0" sldId="260"/>
            <ac:spMk id="14" creationId="{AA09E1E8-89FA-6C25-AD99-FA484D1458F5}"/>
          </ac:spMkLst>
        </pc:spChg>
        <pc:spChg chg="add del mod">
          <ac:chgData name="승원 최" userId="5864cabb4e190dad" providerId="LiveId" clId="{A89B3102-B631-4185-B896-070EC5E28430}" dt="2026-06-05T14:22:40.492" v="343" actId="478"/>
          <ac:spMkLst>
            <pc:docMk/>
            <pc:sldMk cId="0" sldId="260"/>
            <ac:spMk id="32" creationId="{9973C857-0D9C-3875-683E-87EB7D5848A1}"/>
          </ac:spMkLst>
        </pc:spChg>
        <pc:spChg chg="add del mod">
          <ac:chgData name="승원 최" userId="5864cabb4e190dad" providerId="LiveId" clId="{A89B3102-B631-4185-B896-070EC5E28430}" dt="2026-06-05T15:59:49.770" v="1684" actId="478"/>
          <ac:spMkLst>
            <pc:docMk/>
            <pc:sldMk cId="0" sldId="260"/>
            <ac:spMk id="33" creationId="{EF24F372-D323-DC27-9757-88411EC5A4C5}"/>
          </ac:spMkLst>
        </pc:spChg>
        <pc:spChg chg="add mod">
          <ac:chgData name="승원 최" userId="5864cabb4e190dad" providerId="LiveId" clId="{A89B3102-B631-4185-B896-070EC5E28430}" dt="2026-06-05T14:23:16.145" v="353" actId="1076"/>
          <ac:spMkLst>
            <pc:docMk/>
            <pc:sldMk cId="0" sldId="260"/>
            <ac:spMk id="34" creationId="{30778F36-0197-BBEC-B1EB-35F9D73119DF}"/>
          </ac:spMkLst>
        </pc:spChg>
        <pc:spChg chg="add del mod">
          <ac:chgData name="승원 최" userId="5864cabb4e190dad" providerId="LiveId" clId="{A89B3102-B631-4185-B896-070EC5E28430}" dt="2026-06-05T15:59:49.770" v="1684" actId="478"/>
          <ac:spMkLst>
            <pc:docMk/>
            <pc:sldMk cId="0" sldId="260"/>
            <ac:spMk id="36" creationId="{899BB181-8123-1A78-8DE4-3AC151EDBAFC}"/>
          </ac:spMkLst>
        </pc:spChg>
        <pc:spChg chg="add del mod">
          <ac:chgData name="승원 최" userId="5864cabb4e190dad" providerId="LiveId" clId="{A89B3102-B631-4185-B896-070EC5E28430}" dt="2026-06-05T15:59:49.770" v="1684" actId="478"/>
          <ac:spMkLst>
            <pc:docMk/>
            <pc:sldMk cId="0" sldId="260"/>
            <ac:spMk id="37" creationId="{0111ACDB-399C-12FD-6A1E-E9CCCB3695E0}"/>
          </ac:spMkLst>
        </pc:spChg>
        <pc:spChg chg="add del mod">
          <ac:chgData name="승원 최" userId="5864cabb4e190dad" providerId="LiveId" clId="{A89B3102-B631-4185-B896-070EC5E28430}" dt="2026-06-05T15:59:49.770" v="1684" actId="478"/>
          <ac:spMkLst>
            <pc:docMk/>
            <pc:sldMk cId="0" sldId="260"/>
            <ac:spMk id="38" creationId="{5B84CBBF-67A0-B86A-F5FB-CD4CF776F927}"/>
          </ac:spMkLst>
        </pc:spChg>
        <pc:spChg chg="add del mod">
          <ac:chgData name="승원 최" userId="5864cabb4e190dad" providerId="LiveId" clId="{A89B3102-B631-4185-B896-070EC5E28430}" dt="2026-06-05T15:59:49.770" v="1684" actId="478"/>
          <ac:spMkLst>
            <pc:docMk/>
            <pc:sldMk cId="0" sldId="260"/>
            <ac:spMk id="39" creationId="{319658E2-2EF8-87B2-EE5C-D5643E5E1C34}"/>
          </ac:spMkLst>
        </pc:spChg>
        <pc:spChg chg="add del mod">
          <ac:chgData name="승원 최" userId="5864cabb4e190dad" providerId="LiveId" clId="{A89B3102-B631-4185-B896-070EC5E28430}" dt="2026-06-05T15:59:49.770" v="1684" actId="478"/>
          <ac:spMkLst>
            <pc:docMk/>
            <pc:sldMk cId="0" sldId="260"/>
            <ac:spMk id="40" creationId="{54A8FAA3-5567-FD95-4CBD-46DC00E00C5F}"/>
          </ac:spMkLst>
        </pc:spChg>
      </pc:sldChg>
      <pc:sldChg chg="delSp modSp mod">
        <pc:chgData name="승원 최" userId="5864cabb4e190dad" providerId="LiveId" clId="{A89B3102-B631-4185-B896-070EC5E28430}" dt="2026-06-05T15:52:12.209" v="1505" actId="1038"/>
        <pc:sldMkLst>
          <pc:docMk/>
          <pc:sldMk cId="0" sldId="262"/>
        </pc:sldMkLst>
        <pc:spChg chg="mod">
          <ac:chgData name="승원 최" userId="5864cabb4e190dad" providerId="LiveId" clId="{A89B3102-B631-4185-B896-070EC5E28430}" dt="2026-06-05T15:52:12.209" v="1505" actId="1038"/>
          <ac:spMkLst>
            <pc:docMk/>
            <pc:sldMk cId="0" sldId="262"/>
            <ac:spMk id="4" creationId="{00000000-0000-0000-0000-000000000000}"/>
          </ac:spMkLst>
        </pc:spChg>
        <pc:spChg chg="mod">
          <ac:chgData name="승원 최" userId="5864cabb4e190dad" providerId="LiveId" clId="{A89B3102-B631-4185-B896-070EC5E28430}" dt="2026-06-05T15:52:12.209" v="1505" actId="1038"/>
          <ac:spMkLst>
            <pc:docMk/>
            <pc:sldMk cId="0" sldId="262"/>
            <ac:spMk id="5" creationId="{00000000-0000-0000-0000-000000000000}"/>
          </ac:spMkLst>
        </pc:spChg>
        <pc:spChg chg="mod">
          <ac:chgData name="승원 최" userId="5864cabb4e190dad" providerId="LiveId" clId="{A89B3102-B631-4185-B896-070EC5E28430}" dt="2026-06-05T15:52:12.209" v="1505" actId="1038"/>
          <ac:spMkLst>
            <pc:docMk/>
            <pc:sldMk cId="0" sldId="262"/>
            <ac:spMk id="6" creationId="{00000000-0000-0000-0000-000000000000}"/>
          </ac:spMkLst>
        </pc:spChg>
        <pc:spChg chg="mod">
          <ac:chgData name="승원 최" userId="5864cabb4e190dad" providerId="LiveId" clId="{A89B3102-B631-4185-B896-070EC5E28430}" dt="2026-06-05T15:52:12.209" v="1505" actId="1038"/>
          <ac:spMkLst>
            <pc:docMk/>
            <pc:sldMk cId="0" sldId="262"/>
            <ac:spMk id="7" creationId="{00000000-0000-0000-0000-000000000000}"/>
          </ac:spMkLst>
        </pc:spChg>
        <pc:spChg chg="mod">
          <ac:chgData name="승원 최" userId="5864cabb4e190dad" providerId="LiveId" clId="{A89B3102-B631-4185-B896-070EC5E28430}" dt="2026-06-05T15:52:12.209" v="1505" actId="1038"/>
          <ac:spMkLst>
            <pc:docMk/>
            <pc:sldMk cId="0" sldId="262"/>
            <ac:spMk id="8" creationId="{00000000-0000-0000-0000-000000000000}"/>
          </ac:spMkLst>
        </pc:spChg>
        <pc:spChg chg="mod">
          <ac:chgData name="승원 최" userId="5864cabb4e190dad" providerId="LiveId" clId="{A89B3102-B631-4185-B896-070EC5E28430}" dt="2026-06-05T15:52:12.209" v="1505" actId="1038"/>
          <ac:spMkLst>
            <pc:docMk/>
            <pc:sldMk cId="0" sldId="262"/>
            <ac:spMk id="9" creationId="{00000000-0000-0000-0000-000000000000}"/>
          </ac:spMkLst>
        </pc:spChg>
        <pc:spChg chg="mod">
          <ac:chgData name="승원 최" userId="5864cabb4e190dad" providerId="LiveId" clId="{A89B3102-B631-4185-B896-070EC5E28430}" dt="2026-06-05T15:52:01.101" v="1448" actId="1038"/>
          <ac:spMkLst>
            <pc:docMk/>
            <pc:sldMk cId="0" sldId="262"/>
            <ac:spMk id="11" creationId="{00000000-0000-0000-0000-000000000000}"/>
          </ac:spMkLst>
        </pc:spChg>
        <pc:spChg chg="mod">
          <ac:chgData name="승원 최" userId="5864cabb4e190dad" providerId="LiveId" clId="{A89B3102-B631-4185-B896-070EC5E28430}" dt="2026-06-05T15:52:01.101" v="1448" actId="1038"/>
          <ac:spMkLst>
            <pc:docMk/>
            <pc:sldMk cId="0" sldId="262"/>
            <ac:spMk id="12" creationId="{00000000-0000-0000-0000-000000000000}"/>
          </ac:spMkLst>
        </pc:spChg>
        <pc:spChg chg="mod">
          <ac:chgData name="승원 최" userId="5864cabb4e190dad" providerId="LiveId" clId="{A89B3102-B631-4185-B896-070EC5E28430}" dt="2026-06-05T15:52:01.101" v="1448" actId="1038"/>
          <ac:spMkLst>
            <pc:docMk/>
            <pc:sldMk cId="0" sldId="262"/>
            <ac:spMk id="13" creationId="{00000000-0000-0000-0000-000000000000}"/>
          </ac:spMkLst>
        </pc:spChg>
        <pc:spChg chg="mod">
          <ac:chgData name="승원 최" userId="5864cabb4e190dad" providerId="LiveId" clId="{A89B3102-B631-4185-B896-070EC5E28430}" dt="2026-06-05T15:52:01.101" v="1448" actId="1038"/>
          <ac:spMkLst>
            <pc:docMk/>
            <pc:sldMk cId="0" sldId="262"/>
            <ac:spMk id="14" creationId="{00000000-0000-0000-0000-000000000000}"/>
          </ac:spMkLst>
        </pc:spChg>
        <pc:spChg chg="mod">
          <ac:chgData name="승원 최" userId="5864cabb4e190dad" providerId="LiveId" clId="{A89B3102-B631-4185-B896-070EC5E28430}" dt="2026-06-05T15:50:12.318" v="1378" actId="20577"/>
          <ac:spMkLst>
            <pc:docMk/>
            <pc:sldMk cId="0" sldId="262"/>
            <ac:spMk id="15" creationId="{00000000-0000-0000-0000-000000000000}"/>
          </ac:spMkLst>
        </pc:spChg>
        <pc:spChg chg="del">
          <ac:chgData name="승원 최" userId="5864cabb4e190dad" providerId="LiveId" clId="{A89B3102-B631-4185-B896-070EC5E28430}" dt="2026-06-05T15:51:41.673" v="1379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승원 최" userId="5864cabb4e190dad" providerId="LiveId" clId="{A89B3102-B631-4185-B896-070EC5E28430}" dt="2026-06-05T15:51:41.673" v="1379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승원 최" userId="5864cabb4e190dad" providerId="LiveId" clId="{A89B3102-B631-4185-B896-070EC5E28430}" dt="2026-06-05T15:51:41.673" v="1379" actId="478"/>
          <ac:spMkLst>
            <pc:docMk/>
            <pc:sldMk cId="0" sldId="262"/>
            <ac:spMk id="18" creationId="{00000000-0000-0000-0000-000000000000}"/>
          </ac:spMkLst>
        </pc:spChg>
        <pc:spChg chg="del">
          <ac:chgData name="승원 최" userId="5864cabb4e190dad" providerId="LiveId" clId="{A89B3102-B631-4185-B896-070EC5E28430}" dt="2026-06-05T15:51:41.673" v="1379" actId="478"/>
          <ac:spMkLst>
            <pc:docMk/>
            <pc:sldMk cId="0" sldId="262"/>
            <ac:spMk id="19" creationId="{00000000-0000-0000-0000-000000000000}"/>
          </ac:spMkLst>
        </pc:spChg>
        <pc:spChg chg="del">
          <ac:chgData name="승원 최" userId="5864cabb4e190dad" providerId="LiveId" clId="{A89B3102-B631-4185-B896-070EC5E28430}" dt="2026-06-05T15:51:41.673" v="1379" actId="478"/>
          <ac:spMkLst>
            <pc:docMk/>
            <pc:sldMk cId="0" sldId="262"/>
            <ac:spMk id="20" creationId="{00000000-0000-0000-0000-000000000000}"/>
          </ac:spMkLst>
        </pc:spChg>
        <pc:spChg chg="del">
          <ac:chgData name="승원 최" userId="5864cabb4e190dad" providerId="LiveId" clId="{A89B3102-B631-4185-B896-070EC5E28430}" dt="2026-06-05T15:51:41.673" v="1379" actId="478"/>
          <ac:spMkLst>
            <pc:docMk/>
            <pc:sldMk cId="0" sldId="262"/>
            <ac:spMk id="21" creationId="{00000000-0000-0000-0000-000000000000}"/>
          </ac:spMkLst>
        </pc:spChg>
        <pc:spChg chg="mod">
          <ac:chgData name="승원 최" userId="5864cabb4e190dad" providerId="LiveId" clId="{A89B3102-B631-4185-B896-070EC5E28430}" dt="2026-06-05T15:52:06.397" v="1478" actId="1038"/>
          <ac:spMkLst>
            <pc:docMk/>
            <pc:sldMk cId="0" sldId="262"/>
            <ac:spMk id="22" creationId="{00000000-0000-0000-0000-000000000000}"/>
          </ac:spMkLst>
        </pc:spChg>
        <pc:spChg chg="mod">
          <ac:chgData name="승원 최" userId="5864cabb4e190dad" providerId="LiveId" clId="{A89B3102-B631-4185-B896-070EC5E28430}" dt="2026-06-05T15:52:06.397" v="1478" actId="1038"/>
          <ac:spMkLst>
            <pc:docMk/>
            <pc:sldMk cId="0" sldId="262"/>
            <ac:spMk id="23" creationId="{00000000-0000-0000-0000-000000000000}"/>
          </ac:spMkLst>
        </pc:spChg>
        <pc:spChg chg="mod">
          <ac:chgData name="승원 최" userId="5864cabb4e190dad" providerId="LiveId" clId="{A89B3102-B631-4185-B896-070EC5E28430}" dt="2026-06-05T15:52:06.397" v="1478" actId="1038"/>
          <ac:spMkLst>
            <pc:docMk/>
            <pc:sldMk cId="0" sldId="262"/>
            <ac:spMk id="24" creationId="{00000000-0000-0000-0000-000000000000}"/>
          </ac:spMkLst>
        </pc:spChg>
        <pc:spChg chg="mod">
          <ac:chgData name="승원 최" userId="5864cabb4e190dad" providerId="LiveId" clId="{A89B3102-B631-4185-B896-070EC5E28430}" dt="2026-06-05T15:52:06.397" v="1478" actId="1038"/>
          <ac:spMkLst>
            <pc:docMk/>
            <pc:sldMk cId="0" sldId="262"/>
            <ac:spMk id="25" creationId="{00000000-0000-0000-0000-000000000000}"/>
          </ac:spMkLst>
        </pc:spChg>
        <pc:spChg chg="mod">
          <ac:chgData name="승원 최" userId="5864cabb4e190dad" providerId="LiveId" clId="{A89B3102-B631-4185-B896-070EC5E28430}" dt="2026-06-05T15:52:06.397" v="1478" actId="1038"/>
          <ac:spMkLst>
            <pc:docMk/>
            <pc:sldMk cId="0" sldId="262"/>
            <ac:spMk id="26" creationId="{00000000-0000-0000-0000-000000000000}"/>
          </ac:spMkLst>
        </pc:spChg>
        <pc:spChg chg="mod">
          <ac:chgData name="승원 최" userId="5864cabb4e190dad" providerId="LiveId" clId="{A89B3102-B631-4185-B896-070EC5E28430}" dt="2026-06-05T15:52:06.397" v="1478" actId="1038"/>
          <ac:spMkLst>
            <pc:docMk/>
            <pc:sldMk cId="0" sldId="262"/>
            <ac:spMk id="27" creationId="{00000000-0000-0000-0000-000000000000}"/>
          </ac:spMkLst>
        </pc:spChg>
        <pc:spChg chg="del">
          <ac:chgData name="승원 최" userId="5864cabb4e190dad" providerId="LiveId" clId="{A89B3102-B631-4185-B896-070EC5E28430}" dt="2026-06-05T15:51:47.825" v="1381" actId="478"/>
          <ac:spMkLst>
            <pc:docMk/>
            <pc:sldMk cId="0" sldId="262"/>
            <ac:spMk id="28" creationId="{00000000-0000-0000-0000-000000000000}"/>
          </ac:spMkLst>
        </pc:spChg>
        <pc:spChg chg="del">
          <ac:chgData name="승원 최" userId="5864cabb4e190dad" providerId="LiveId" clId="{A89B3102-B631-4185-B896-070EC5E28430}" dt="2026-06-05T15:51:47.825" v="1381" actId="478"/>
          <ac:spMkLst>
            <pc:docMk/>
            <pc:sldMk cId="0" sldId="262"/>
            <ac:spMk id="29" creationId="{00000000-0000-0000-0000-000000000000}"/>
          </ac:spMkLst>
        </pc:spChg>
        <pc:spChg chg="del">
          <ac:chgData name="승원 최" userId="5864cabb4e190dad" providerId="LiveId" clId="{A89B3102-B631-4185-B896-070EC5E28430}" dt="2026-06-05T15:51:47.825" v="1381" actId="478"/>
          <ac:spMkLst>
            <pc:docMk/>
            <pc:sldMk cId="0" sldId="262"/>
            <ac:spMk id="30" creationId="{00000000-0000-0000-0000-000000000000}"/>
          </ac:spMkLst>
        </pc:spChg>
        <pc:spChg chg="del">
          <ac:chgData name="승원 최" userId="5864cabb4e190dad" providerId="LiveId" clId="{A89B3102-B631-4185-B896-070EC5E28430}" dt="2026-06-05T15:51:47.825" v="1381" actId="478"/>
          <ac:spMkLst>
            <pc:docMk/>
            <pc:sldMk cId="0" sldId="262"/>
            <ac:spMk id="31" creationId="{00000000-0000-0000-0000-000000000000}"/>
          </ac:spMkLst>
        </pc:spChg>
        <pc:spChg chg="del">
          <ac:chgData name="승원 최" userId="5864cabb4e190dad" providerId="LiveId" clId="{A89B3102-B631-4185-B896-070EC5E28430}" dt="2026-06-05T15:51:47.825" v="1381" actId="478"/>
          <ac:spMkLst>
            <pc:docMk/>
            <pc:sldMk cId="0" sldId="262"/>
            <ac:spMk id="32" creationId="{00000000-0000-0000-0000-000000000000}"/>
          </ac:spMkLst>
        </pc:spChg>
        <pc:spChg chg="del">
          <ac:chgData name="승원 최" userId="5864cabb4e190dad" providerId="LiveId" clId="{A89B3102-B631-4185-B896-070EC5E28430}" dt="2026-06-05T15:51:47.825" v="1381" actId="478"/>
          <ac:spMkLst>
            <pc:docMk/>
            <pc:sldMk cId="0" sldId="262"/>
            <ac:spMk id="33" creationId="{00000000-0000-0000-0000-000000000000}"/>
          </ac:spMkLst>
        </pc:spChg>
        <pc:spChg chg="del">
          <ac:chgData name="승원 최" userId="5864cabb4e190dad" providerId="LiveId" clId="{A89B3102-B631-4185-B896-070EC5E28430}" dt="2026-06-05T15:51:45.310" v="1380" actId="478"/>
          <ac:spMkLst>
            <pc:docMk/>
            <pc:sldMk cId="0" sldId="262"/>
            <ac:spMk id="34" creationId="{00000000-0000-0000-0000-000000000000}"/>
          </ac:spMkLst>
        </pc:spChg>
      </pc:sldChg>
      <pc:sldChg chg="addSp delSp modSp add del mod">
        <pc:chgData name="승원 최" userId="5864cabb4e190dad" providerId="LiveId" clId="{A89B3102-B631-4185-B896-070EC5E28430}" dt="2026-06-05T14:45:17.312" v="385" actId="47"/>
        <pc:sldMkLst>
          <pc:docMk/>
          <pc:sldMk cId="2064183200" sldId="263"/>
        </pc:sldMkLst>
      </pc:sldChg>
      <pc:sldChg chg="addSp delSp modSp add del mod">
        <pc:chgData name="승원 최" userId="5864cabb4e190dad" providerId="LiveId" clId="{A89B3102-B631-4185-B896-070EC5E28430}" dt="2026-06-05T14:46:59.198" v="386" actId="47"/>
        <pc:sldMkLst>
          <pc:docMk/>
          <pc:sldMk cId="2154905876" sldId="264"/>
        </pc:sldMkLst>
        <pc:spChg chg="add">
          <ac:chgData name="승원 최" userId="5864cabb4e190dad" providerId="LiveId" clId="{A89B3102-B631-4185-B896-070EC5E28430}" dt="2026-06-05T05:13:47.681" v="193" actId="11529"/>
          <ac:spMkLst>
            <pc:docMk/>
            <pc:sldMk cId="2154905876" sldId="264"/>
            <ac:spMk id="4" creationId="{CBB242F6-0683-6C2F-BC70-4F16217C06B7}"/>
          </ac:spMkLst>
        </pc:spChg>
      </pc:sldChg>
      <pc:sldChg chg="addSp delSp modSp add del mod">
        <pc:chgData name="승원 최" userId="5864cabb4e190dad" providerId="LiveId" clId="{A89B3102-B631-4185-B896-070EC5E28430}" dt="2026-06-05T14:47:00.986" v="387" actId="47"/>
        <pc:sldMkLst>
          <pc:docMk/>
          <pc:sldMk cId="864429336" sldId="265"/>
        </pc:sldMkLst>
        <pc:spChg chg="add mod">
          <ac:chgData name="승원 최" userId="5864cabb4e190dad" providerId="LiveId" clId="{A89B3102-B631-4185-B896-070EC5E28430}" dt="2026-06-05T05:13:53.398" v="195" actId="1076"/>
          <ac:spMkLst>
            <pc:docMk/>
            <pc:sldMk cId="864429336" sldId="265"/>
            <ac:spMk id="4" creationId="{C6F3B341-28D2-69C3-FDE9-C83FC1A355ED}"/>
          </ac:spMkLst>
        </pc:spChg>
        <pc:picChg chg="add del mod">
          <ac:chgData name="승원 최" userId="5864cabb4e190dad" providerId="LiveId" clId="{A89B3102-B631-4185-B896-070EC5E28430}" dt="2026-06-05T05:30:28.157" v="249" actId="478"/>
          <ac:picMkLst>
            <pc:docMk/>
            <pc:sldMk cId="864429336" sldId="265"/>
            <ac:picMk id="5" creationId="{AF23973D-A93C-BC89-3F35-63EE0CC31898}"/>
          </ac:picMkLst>
        </pc:picChg>
        <pc:picChg chg="add mod">
          <ac:chgData name="승원 최" userId="5864cabb4e190dad" providerId="LiveId" clId="{A89B3102-B631-4185-B896-070EC5E28430}" dt="2026-06-05T05:30:33.989" v="316" actId="1037"/>
          <ac:picMkLst>
            <pc:docMk/>
            <pc:sldMk cId="864429336" sldId="265"/>
            <ac:picMk id="7" creationId="{0B759162-8E18-CCCD-D7B3-0702F2407EE1}"/>
          </ac:picMkLst>
        </pc:picChg>
        <pc:picChg chg="add mod modCrop">
          <ac:chgData name="승원 최" userId="5864cabb4e190dad" providerId="LiveId" clId="{A89B3102-B631-4185-B896-070EC5E28430}" dt="2026-06-05T05:30:54.585" v="324" actId="14100"/>
          <ac:picMkLst>
            <pc:docMk/>
            <pc:sldMk cId="864429336" sldId="265"/>
            <ac:picMk id="9" creationId="{5452A312-FB79-2884-AD7F-F6C4C041D2AF}"/>
          </ac:picMkLst>
        </pc:picChg>
      </pc:sldChg>
      <pc:sldChg chg="addSp delSp modSp add mod">
        <pc:chgData name="승원 최" userId="5864cabb4e190dad" providerId="LiveId" clId="{A89B3102-B631-4185-B896-070EC5E28430}" dt="2026-06-05T05:14:43.640" v="241" actId="404"/>
        <pc:sldMkLst>
          <pc:docMk/>
          <pc:sldMk cId="1541382326" sldId="266"/>
        </pc:sldMkLst>
        <pc:spChg chg="del">
          <ac:chgData name="승원 최" userId="5864cabb4e190dad" providerId="LiveId" clId="{A89B3102-B631-4185-B896-070EC5E28430}" dt="2026-06-05T05:14:09.041" v="197" actId="478"/>
          <ac:spMkLst>
            <pc:docMk/>
            <pc:sldMk cId="1541382326" sldId="266"/>
            <ac:spMk id="3" creationId="{634093B3-058E-9DE6-4610-39A64155D29A}"/>
          </ac:spMkLst>
        </pc:spChg>
        <pc:spChg chg="del">
          <ac:chgData name="승원 최" userId="5864cabb4e190dad" providerId="LiveId" clId="{A89B3102-B631-4185-B896-070EC5E28430}" dt="2026-06-05T05:14:10.420" v="199" actId="478"/>
          <ac:spMkLst>
            <pc:docMk/>
            <pc:sldMk cId="1541382326" sldId="266"/>
            <ac:spMk id="4" creationId="{BD9A3709-6F00-9B7A-4BC8-3EBD3865F0CD}"/>
          </ac:spMkLst>
        </pc:spChg>
        <pc:spChg chg="add mod">
          <ac:chgData name="승원 최" userId="5864cabb4e190dad" providerId="LiveId" clId="{A89B3102-B631-4185-B896-070EC5E28430}" dt="2026-06-05T05:14:43.640" v="241" actId="404"/>
          <ac:spMkLst>
            <pc:docMk/>
            <pc:sldMk cId="1541382326" sldId="266"/>
            <ac:spMk id="6" creationId="{A6A5F8C5-330D-5804-8AED-80B6106E00A4}"/>
          </ac:spMkLst>
        </pc:spChg>
        <pc:picChg chg="del">
          <ac:chgData name="승원 최" userId="5864cabb4e190dad" providerId="LiveId" clId="{A89B3102-B631-4185-B896-070EC5E28430}" dt="2026-06-05T05:14:09.706" v="198" actId="478"/>
          <ac:picMkLst>
            <pc:docMk/>
            <pc:sldMk cId="1541382326" sldId="266"/>
            <ac:picMk id="5" creationId="{3E8E53DC-8B54-81EA-8C88-3124DB3BA361}"/>
          </ac:picMkLst>
        </pc:picChg>
      </pc:sldChg>
      <pc:sldChg chg="modSp add del mod ord">
        <pc:chgData name="승원 최" userId="5864cabb4e190dad" providerId="LiveId" clId="{A89B3102-B631-4185-B896-070EC5E28430}" dt="2026-06-05T16:02:12.721" v="1813" actId="47"/>
        <pc:sldMkLst>
          <pc:docMk/>
          <pc:sldMk cId="1645545246" sldId="267"/>
        </pc:sldMkLst>
        <pc:spChg chg="mod">
          <ac:chgData name="승원 최" userId="5864cabb4e190dad" providerId="LiveId" clId="{A89B3102-B631-4185-B896-070EC5E28430}" dt="2026-06-05T15:44:58.836" v="1107" actId="20577"/>
          <ac:spMkLst>
            <pc:docMk/>
            <pc:sldMk cId="1645545246" sldId="267"/>
            <ac:spMk id="3" creationId="{26230DFD-9EDA-8191-558D-EB2008D773B8}"/>
          </ac:spMkLst>
        </pc:spChg>
        <pc:spChg chg="mod">
          <ac:chgData name="승원 최" userId="5864cabb4e190dad" providerId="LiveId" clId="{A89B3102-B631-4185-B896-070EC5E28430}" dt="2026-06-05T15:45:18.704" v="1154" actId="20577"/>
          <ac:spMkLst>
            <pc:docMk/>
            <pc:sldMk cId="1645545246" sldId="267"/>
            <ac:spMk id="18" creationId="{F3181EE7-9327-C454-5773-D66623BF2841}"/>
          </ac:spMkLst>
        </pc:spChg>
        <pc:spChg chg="mod">
          <ac:chgData name="승원 최" userId="5864cabb4e190dad" providerId="LiveId" clId="{A89B3102-B631-4185-B896-070EC5E28430}" dt="2026-06-05T15:46:17.993" v="1279" actId="20577"/>
          <ac:spMkLst>
            <pc:docMk/>
            <pc:sldMk cId="1645545246" sldId="267"/>
            <ac:spMk id="19" creationId="{541CAC2E-BFEC-7D19-6177-1728B3BA6FEF}"/>
          </ac:spMkLst>
        </pc:spChg>
      </pc:sldChg>
      <pc:sldChg chg="addSp delSp modSp add mod ord">
        <pc:chgData name="승원 최" userId="5864cabb4e190dad" providerId="LiveId" clId="{A89B3102-B631-4185-B896-070EC5E28430}" dt="2026-06-05T16:15:29.495" v="1995" actId="20577"/>
        <pc:sldMkLst>
          <pc:docMk/>
          <pc:sldMk cId="336441136" sldId="268"/>
        </pc:sldMkLst>
        <pc:spChg chg="mod">
          <ac:chgData name="승원 최" userId="5864cabb4e190dad" providerId="LiveId" clId="{A89B3102-B631-4185-B896-070EC5E28430}" dt="2026-06-05T16:15:29.495" v="1995" actId="20577"/>
          <ac:spMkLst>
            <pc:docMk/>
            <pc:sldMk cId="336441136" sldId="268"/>
            <ac:spMk id="3" creationId="{218CCC92-4163-F87C-0BDA-86320C163EEC}"/>
          </ac:spMkLst>
        </pc:spChg>
        <pc:spChg chg="add mod">
          <ac:chgData name="승원 최" userId="5864cabb4e190dad" providerId="LiveId" clId="{A89B3102-B631-4185-B896-070EC5E28430}" dt="2026-06-05T16:13:58.494" v="1837"/>
          <ac:spMkLst>
            <pc:docMk/>
            <pc:sldMk cId="336441136" sldId="268"/>
            <ac:spMk id="7" creationId="{14A4094D-A514-DE6F-D977-89449C28747B}"/>
          </ac:spMkLst>
        </pc:spChg>
        <pc:spChg chg="mod">
          <ac:chgData name="승원 최" userId="5864cabb4e190dad" providerId="LiveId" clId="{A89B3102-B631-4185-B896-070EC5E28430}" dt="2026-06-05T16:14:07.954" v="1842" actId="20577"/>
          <ac:spMkLst>
            <pc:docMk/>
            <pc:sldMk cId="336441136" sldId="268"/>
            <ac:spMk id="8" creationId="{36AAC214-862E-656E-3DE0-4A6AC857E399}"/>
          </ac:spMkLst>
        </pc:spChg>
        <pc:spChg chg="del">
          <ac:chgData name="승원 최" userId="5864cabb4e190dad" providerId="LiveId" clId="{A89B3102-B631-4185-B896-070EC5E28430}" dt="2026-06-05T15:53:29.215" v="1506" actId="478"/>
          <ac:spMkLst>
            <pc:docMk/>
            <pc:sldMk cId="336441136" sldId="268"/>
            <ac:spMk id="9" creationId="{D6E742A3-131D-92B2-7589-D5573CE9A524}"/>
          </ac:spMkLst>
        </pc:spChg>
        <pc:spChg chg="mod">
          <ac:chgData name="승원 최" userId="5864cabb4e190dad" providerId="LiveId" clId="{A89B3102-B631-4185-B896-070EC5E28430}" dt="2026-06-05T15:58:04.983" v="1627" actId="20577"/>
          <ac:spMkLst>
            <pc:docMk/>
            <pc:sldMk cId="336441136" sldId="268"/>
            <ac:spMk id="16" creationId="{DC9F2B05-AF61-53E2-E17D-5168D2B85D62}"/>
          </ac:spMkLst>
        </pc:spChg>
        <pc:spChg chg="mod">
          <ac:chgData name="승원 최" userId="5864cabb4e190dad" providerId="LiveId" clId="{A89B3102-B631-4185-B896-070EC5E28430}" dt="2026-06-05T16:14:17.187" v="1843"/>
          <ac:spMkLst>
            <pc:docMk/>
            <pc:sldMk cId="336441136" sldId="268"/>
            <ac:spMk id="19" creationId="{9DDD6EFF-F1E3-4FD3-07EC-8FF80D35FD1C}"/>
          </ac:spMkLst>
        </pc:spChg>
        <pc:spChg chg="mod">
          <ac:chgData name="승원 최" userId="5864cabb4e190dad" providerId="LiveId" clId="{A89B3102-B631-4185-B896-070EC5E28430}" dt="2026-06-05T15:57:22.697" v="1625" actId="20577"/>
          <ac:spMkLst>
            <pc:docMk/>
            <pc:sldMk cId="336441136" sldId="268"/>
            <ac:spMk id="20" creationId="{50BD059F-9650-3B22-3FB8-2EA800631E72}"/>
          </ac:spMkLst>
        </pc:spChg>
        <pc:spChg chg="mod">
          <ac:chgData name="승원 최" userId="5864cabb4e190dad" providerId="LiveId" clId="{A89B3102-B631-4185-B896-070EC5E28430}" dt="2026-06-05T16:03:16.049" v="1836" actId="20577"/>
          <ac:spMkLst>
            <pc:docMk/>
            <pc:sldMk cId="336441136" sldId="268"/>
            <ac:spMk id="21" creationId="{72445C48-B6AF-AD19-1F5A-5B95C3031A12}"/>
          </ac:spMkLst>
        </pc:spChg>
        <pc:spChg chg="mod">
          <ac:chgData name="승원 최" userId="5864cabb4e190dad" providerId="LiveId" clId="{A89B3102-B631-4185-B896-070EC5E28430}" dt="2026-06-05T16:14:23.525" v="1844"/>
          <ac:spMkLst>
            <pc:docMk/>
            <pc:sldMk cId="336441136" sldId="268"/>
            <ac:spMk id="24" creationId="{9A27BA0C-D657-8D39-3C77-E4965D09C559}"/>
          </ac:spMkLst>
        </pc:spChg>
        <pc:spChg chg="mod">
          <ac:chgData name="승원 최" userId="5864cabb4e190dad" providerId="LiveId" clId="{A89B3102-B631-4185-B896-070EC5E28430}" dt="2026-06-05T16:01:24.045" v="1797" actId="20577"/>
          <ac:spMkLst>
            <pc:docMk/>
            <pc:sldMk cId="336441136" sldId="268"/>
            <ac:spMk id="25" creationId="{19CEEAEF-BEE0-ABC6-60B8-D787447F8FF9}"/>
          </ac:spMkLst>
        </pc:spChg>
        <pc:spChg chg="mod">
          <ac:chgData name="승원 최" userId="5864cabb4e190dad" providerId="LiveId" clId="{A89B3102-B631-4185-B896-070EC5E28430}" dt="2026-06-05T16:14:34.695" v="1845"/>
          <ac:spMkLst>
            <pc:docMk/>
            <pc:sldMk cId="336441136" sldId="268"/>
            <ac:spMk id="29" creationId="{04CF17A0-5FF3-A6A2-E1A6-99A1CE99A387}"/>
          </ac:spMkLst>
        </pc:spChg>
        <pc:spChg chg="mod">
          <ac:chgData name="승원 최" userId="5864cabb4e190dad" providerId="LiveId" clId="{A89B3102-B631-4185-B896-070EC5E28430}" dt="2026-06-05T16:01:28.962" v="1812" actId="20577"/>
          <ac:spMkLst>
            <pc:docMk/>
            <pc:sldMk cId="336441136" sldId="268"/>
            <ac:spMk id="30" creationId="{58A9E17C-469A-6C2D-20D1-7D5B8CBA3596}"/>
          </ac:spMkLst>
        </pc:spChg>
      </pc:sldChg>
      <pc:sldChg chg="add del">
        <pc:chgData name="승원 최" userId="5864cabb4e190dad" providerId="LiveId" clId="{A89B3102-B631-4185-B896-070EC5E28430}" dt="2026-06-05T16:00:33.423" v="1749" actId="47"/>
        <pc:sldMkLst>
          <pc:docMk/>
          <pc:sldMk cId="3210069150" sldId="269"/>
        </pc:sldMkLst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6121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7FAD1-7585-9232-0D47-6D1011422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6AAA0-C8F4-0E6D-D5EA-9930FC0DE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BF6D8-D998-7E33-90E3-DBDE4D6D1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D2AED-2A0A-8A76-DB73-D6F89A8047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85847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8336D"/>
          </a:solidFill>
          <a:ln w="12700">
            <a:solidFill>
              <a:srgbClr val="E833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584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💘  </a:t>
            </a:r>
            <a:r>
              <a:rPr lang="en-US" altLang="ko-KR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AI </a:t>
            </a:r>
            <a:r>
              <a:rPr lang="ko-KR" alt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기반 이성 관심도 분석 프로그램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046720" y="21101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57575"/>
                </a:solidFill>
              </a:rPr>
              <a:t>전자공학기초실험 | 중간 발표</a:t>
            </a:r>
            <a:endParaRPr lang="en-US" b="1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7498080" cy="36576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788920"/>
            <a:ext cx="7498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9050">
            <a:solidFill>
              <a:srgbClr val="F48FB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12620" y="2834640"/>
            <a:ext cx="1645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2D2D"/>
                </a:solidFill>
              </a:rPr>
              <a:t>이강원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95700" y="2834640"/>
            <a:ext cx="1645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2D2D"/>
                </a:solidFill>
              </a:rPr>
              <a:t>임시연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78780" y="2834640"/>
            <a:ext cx="1645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2D2D"/>
                </a:solidFill>
              </a:rPr>
              <a:t>최승원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82296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8336D"/>
          </a:solidFill>
          <a:ln w="12700">
            <a:solidFill>
              <a:srgbClr val="E833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 xml:space="preserve">💡  </a:t>
            </a:r>
            <a:r>
              <a:rPr lang="ko-KR" altLang="en-US" sz="2200" b="1" dirty="0">
                <a:solidFill>
                  <a:srgbClr val="FFFFFF"/>
                </a:solidFill>
              </a:rPr>
              <a:t>프로젝트 선정 이유 및 목적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55080"/>
            <a:ext cx="83210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5080"/>
            <a:ext cx="64008" cy="1170432"/>
          </a:xfrm>
          <a:prstGeom prst="rect">
            <a:avLst/>
          </a:prstGeom>
          <a:solidFill>
            <a:srgbClr val="E8336D"/>
          </a:solidFill>
          <a:ln w="12700">
            <a:solidFill>
              <a:srgbClr val="E833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28232"/>
            <a:ext cx="7132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🎓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98448" y="1164808"/>
            <a:ext cx="7178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2D2D"/>
                </a:solidFill>
              </a:rPr>
              <a:t>대학생 공통 관심사 — 연애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98448" y="1512280"/>
            <a:ext cx="7178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57575"/>
                </a:solidFill>
              </a:rPr>
              <a:t>남녀노소·전공 불문, 대학생의 가장 큰 공통 관심사는 언제나 연애다.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57575"/>
                </a:solidFill>
              </a:rPr>
              <a:t>설문·SNS 데이터에서도 꾸준히 최상위권을 차지하는 주제.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83210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514600"/>
            <a:ext cx="64008" cy="117043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87752"/>
            <a:ext cx="7132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98448" y="2624328"/>
            <a:ext cx="7178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2D2D"/>
                </a:solidFill>
              </a:rPr>
              <a:t>편협한 시각이 아닌, 방대한 데이터 기반 분석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98448" y="2971800"/>
            <a:ext cx="7178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57575"/>
                </a:solidFill>
              </a:rPr>
              <a:t>지인의 주관적 조언은 본인 경험·관계에 따라 편향될 수 있다.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57575"/>
                </a:solidFill>
              </a:rPr>
              <a:t xml:space="preserve">수천만 건의 </a:t>
            </a:r>
            <a:r>
              <a:rPr lang="en-US" sz="1050" dirty="0" err="1">
                <a:solidFill>
                  <a:srgbClr val="757575"/>
                </a:solidFill>
              </a:rPr>
              <a:t>대화</a:t>
            </a:r>
            <a:r>
              <a:rPr lang="en-US" sz="1050" dirty="0">
                <a:solidFill>
                  <a:srgbClr val="757575"/>
                </a:solidFill>
              </a:rPr>
              <a:t xml:space="preserve"> </a:t>
            </a:r>
            <a:r>
              <a:rPr lang="en-US" sz="1050" dirty="0" err="1">
                <a:solidFill>
                  <a:srgbClr val="757575"/>
                </a:solidFill>
              </a:rPr>
              <a:t>패턴</a:t>
            </a:r>
            <a:r>
              <a:rPr lang="ko-KR" altLang="en-US" sz="1050" dirty="0">
                <a:solidFill>
                  <a:srgbClr val="757575"/>
                </a:solidFill>
              </a:rPr>
              <a:t>이 입력된</a:t>
            </a:r>
            <a:r>
              <a:rPr lang="en-US" sz="1050" dirty="0">
                <a:solidFill>
                  <a:srgbClr val="757575"/>
                </a:solidFill>
              </a:rPr>
              <a:t xml:space="preserve"> </a:t>
            </a:r>
            <a:r>
              <a:rPr lang="ko-KR" altLang="en-US" sz="1050" dirty="0">
                <a:solidFill>
                  <a:srgbClr val="757575"/>
                </a:solidFill>
              </a:rPr>
              <a:t>프로그램이</a:t>
            </a:r>
            <a:r>
              <a:rPr lang="en-US" sz="1050" dirty="0">
                <a:solidFill>
                  <a:srgbClr val="757575"/>
                </a:solidFill>
              </a:rPr>
              <a:t xml:space="preserve"> 더 객관적이고 폭넓은 시각을 제공한다.</a:t>
            </a:r>
            <a:endParaRPr lang="en-US" sz="105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54D597CB-A0F4-026B-9036-063626CA99C6}"/>
              </a:ext>
            </a:extLst>
          </p:cNvPr>
          <p:cNvSpPr/>
          <p:nvPr/>
        </p:nvSpPr>
        <p:spPr>
          <a:xfrm>
            <a:off x="409134" y="3883856"/>
            <a:ext cx="83210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5B1A5F05-A3AB-5985-02C9-54C8AFA6634A}"/>
              </a:ext>
            </a:extLst>
          </p:cNvPr>
          <p:cNvSpPr/>
          <p:nvPr/>
        </p:nvSpPr>
        <p:spPr>
          <a:xfrm>
            <a:off x="409134" y="3883856"/>
            <a:ext cx="64008" cy="1170432"/>
          </a:xfrm>
          <a:prstGeom prst="rect">
            <a:avLst/>
          </a:prstGeom>
          <a:solidFill>
            <a:srgbClr val="FFC000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D14A0D55-1AB5-B9D4-C621-317346C7FEBE}"/>
              </a:ext>
            </a:extLst>
          </p:cNvPr>
          <p:cNvSpPr/>
          <p:nvPr/>
        </p:nvSpPr>
        <p:spPr>
          <a:xfrm>
            <a:off x="1296102" y="3993584"/>
            <a:ext cx="7178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2D2D2D"/>
                </a:solidFill>
              </a:rPr>
              <a:t>앞으로의 방향성 제시</a:t>
            </a:r>
            <a:endParaRPr lang="en-US" sz="135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00AA1C6E-C3FE-5B66-3FF3-D1E99A42251E}"/>
              </a:ext>
            </a:extLst>
          </p:cNvPr>
          <p:cNvSpPr/>
          <p:nvPr/>
        </p:nvSpPr>
        <p:spPr>
          <a:xfrm>
            <a:off x="1296102" y="4228512"/>
            <a:ext cx="7178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ko-KR" altLang="en-US" sz="1050" dirty="0">
                <a:solidFill>
                  <a:srgbClr val="757575"/>
                </a:solidFill>
              </a:rPr>
              <a:t xml:space="preserve">분석한 내용을 토대로 나온 결과로 앞으로 어떠한 방향으로 나아가야 할지 정할 수 있다 </a:t>
            </a:r>
            <a:r>
              <a:rPr lang="en-US" sz="1050" dirty="0">
                <a:solidFill>
                  <a:srgbClr val="757575"/>
                </a:solidFill>
              </a:rPr>
              <a:t>.</a:t>
            </a:r>
            <a:endParaRPr lang="en-US" sz="1050" dirty="0"/>
          </a:p>
        </p:txBody>
      </p:sp>
      <p:pic>
        <p:nvPicPr>
          <p:cNvPr id="19" name="그림 18" descr="방향성 - 무료 화살개 아이콘">
            <a:extLst>
              <a:ext uri="{FF2B5EF4-FFF2-40B4-BE49-F238E27FC236}">
                <a16:creationId xmlns:a16="http://schemas.microsoft.com/office/drawing/2014/main" id="{28AD4A78-FA1A-3A86-AA7D-4E026B5D7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58" y="4271606"/>
            <a:ext cx="398634" cy="3986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8336D"/>
          </a:solidFill>
          <a:ln w="12700">
            <a:solidFill>
              <a:srgbClr val="E833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🛠  이용 툴 &amp; 개발 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99378" y="914400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9378" y="914400"/>
            <a:ext cx="265176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7978" y="2194560"/>
            <a:ext cx="2194560" cy="301752"/>
          </a:xfrm>
          <a:prstGeom prst="roundRect">
            <a:avLst>
              <a:gd name="adj" fmla="val 18182"/>
            </a:avLst>
          </a:prstGeom>
          <a:solidFill>
            <a:srgbClr val="FCE4EC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7978" y="219456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65C0"/>
                </a:solidFill>
              </a:rPr>
              <a:t>리서치 &amp; 기획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36538" y="263347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565C0"/>
                </a:solidFill>
              </a:rPr>
              <a:t xml:space="preserve">• </a:t>
            </a:r>
            <a:r>
              <a:rPr lang="en-US" sz="1000" dirty="0">
                <a:solidFill>
                  <a:srgbClr val="757575"/>
                </a:solidFill>
              </a:rPr>
              <a:t>연애 심리, MBTI 유형별 표현 방식 등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36538" y="32552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565C0"/>
                </a:solidFill>
              </a:rPr>
              <a:t xml:space="preserve">• </a:t>
            </a:r>
            <a:r>
              <a:rPr lang="en-US" sz="1000" dirty="0">
                <a:solidFill>
                  <a:srgbClr val="757575"/>
                </a:solidFill>
              </a:rPr>
              <a:t>방대한 데이터를 바탕으로 아이디어 구체화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27978" y="434340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7978" y="43434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</a:rPr>
              <a:t>✅ 완료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9738" y="914400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9738" y="914400"/>
            <a:ext cx="2651760" cy="64008"/>
          </a:xfrm>
          <a:prstGeom prst="rect">
            <a:avLst/>
          </a:prstGeom>
          <a:solidFill>
            <a:srgbClr val="E8336D"/>
          </a:solidFill>
          <a:ln w="12700">
            <a:solidFill>
              <a:srgbClr val="E833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8338" y="2194560"/>
            <a:ext cx="2194560" cy="301752"/>
          </a:xfrm>
          <a:prstGeom prst="roundRect">
            <a:avLst>
              <a:gd name="adj" fmla="val 18182"/>
            </a:avLst>
          </a:prstGeom>
          <a:solidFill>
            <a:srgbClr val="FCE4EC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8338" y="219456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E8336D"/>
                </a:solidFill>
              </a:rPr>
              <a:t>코드</a:t>
            </a:r>
            <a:r>
              <a:rPr lang="en-US" sz="950" b="1" dirty="0">
                <a:solidFill>
                  <a:srgbClr val="E8336D"/>
                </a:solidFill>
              </a:rPr>
              <a:t xml:space="preserve">  생성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16898" y="263347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8336D"/>
                </a:solidFill>
              </a:rPr>
              <a:t xml:space="preserve">• </a:t>
            </a:r>
            <a:r>
              <a:rPr lang="en-US" sz="1000" dirty="0" err="1">
                <a:solidFill>
                  <a:srgbClr val="757575"/>
                </a:solidFill>
              </a:rPr>
              <a:t>전체</a:t>
            </a:r>
            <a:r>
              <a:rPr lang="en-US" sz="1000" dirty="0">
                <a:solidFill>
                  <a:srgbClr val="757575"/>
                </a:solidFill>
              </a:rPr>
              <a:t xml:space="preserve">  코드 생성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16898" y="32552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8336D"/>
                </a:solidFill>
              </a:rPr>
              <a:t xml:space="preserve">• </a:t>
            </a:r>
            <a:r>
              <a:rPr lang="en-US" sz="1000" dirty="0">
                <a:solidFill>
                  <a:srgbClr val="757575"/>
                </a:solidFill>
              </a:rPr>
              <a:t>가중치 분석 로직 구현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8338" y="434340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8338" y="43434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</a:rPr>
              <a:t>✅ 완료</a:t>
            </a:r>
            <a:endParaRPr lang="en-US" sz="900" dirty="0"/>
          </a:p>
        </p:txBody>
      </p:sp>
      <p:pic>
        <p:nvPicPr>
          <p:cNvPr id="37" name="그림 36" descr="구글 제미나이 새 로고 공개 - 디자인 나침반">
            <a:extLst>
              <a:ext uri="{FF2B5EF4-FFF2-40B4-BE49-F238E27FC236}">
                <a16:creationId xmlns:a16="http://schemas.microsoft.com/office/drawing/2014/main" id="{1E730ED4-D1F5-1758-2872-7976D0923C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90" t="32406" r="9023" b="33629"/>
          <a:stretch>
            <a:fillRect/>
          </a:stretch>
        </p:blipFill>
        <p:spPr>
          <a:xfrm>
            <a:off x="2293738" y="1252728"/>
            <a:ext cx="1456986" cy="466344"/>
          </a:xfrm>
          <a:prstGeom prst="rect">
            <a:avLst/>
          </a:prstGeom>
        </p:spPr>
      </p:pic>
      <p:pic>
        <p:nvPicPr>
          <p:cNvPr id="38" name="그림 37" descr="클로드 로고인데, 저 서체가 너무 감성적이고 이뻐서요 특히 저 e 기울기 준 부분 - 무슨 폰트? | 눈누">
            <a:extLst>
              <a:ext uri="{FF2B5EF4-FFF2-40B4-BE49-F238E27FC236}">
                <a16:creationId xmlns:a16="http://schemas.microsoft.com/office/drawing/2014/main" id="{D8E6E894-B5ED-DD7E-C090-A4F9EC2138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09" t="25568" r="7091" b="25372"/>
          <a:stretch>
            <a:fillRect/>
          </a:stretch>
        </p:blipFill>
        <p:spPr>
          <a:xfrm>
            <a:off x="5143618" y="1249680"/>
            <a:ext cx="1524000" cy="5228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83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13321"/>
            <a:ext cx="8412480" cy="323165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</a:rPr>
              <a:t xml:space="preserve">⚙️  </a:t>
            </a:r>
            <a:r>
              <a:rPr lang="ko-KR" altLang="en-US" sz="2100" b="1" dirty="0">
                <a:solidFill>
                  <a:srgbClr val="FFFFFF"/>
                </a:solidFill>
                <a:latin typeface="맑은 고딕"/>
                <a:ea typeface="맑은 고딕"/>
              </a:rPr>
              <a:t>프로그램 기능</a:t>
            </a:r>
            <a:r>
              <a:rPr lang="en-US" altLang="ko-KR" sz="2100" b="1" dirty="0">
                <a:solidFill>
                  <a:srgbClr val="FFFFFF"/>
                </a:solidFill>
                <a:latin typeface="맑은 고딕"/>
                <a:ea typeface="맑은 고딕"/>
              </a:rPr>
              <a:t>1(</a:t>
            </a:r>
            <a:r>
              <a:rPr lang="ko-KR" altLang="en-US" sz="2100" b="1" dirty="0">
                <a:solidFill>
                  <a:srgbClr val="FFFFFF"/>
                </a:solidFill>
                <a:latin typeface="맑은 고딕"/>
                <a:ea typeface="맑은 고딕"/>
              </a:rPr>
              <a:t>대화 내용 기반 분석</a:t>
            </a:r>
            <a:r>
              <a:rPr lang="en-US" altLang="ko-KR" sz="2100" b="1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  <a:endParaRPr sz="210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820000"/>
            <a:ext cx="8000000" cy="3000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1500" b="1">
                <a:solidFill>
                  <a:srgbClr val="E8336D"/>
                </a:solidFill>
                <a:latin typeface="맑은 고딕"/>
                <a:ea typeface="맑은 고딕"/>
              </a:rPr>
              <a:t>1. 입력 방식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0000"/>
            <a:ext cx="400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1480" y="1330000"/>
            <a:ext cx="520000" cy="52000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71480" y="1433643"/>
            <a:ext cx="3180000" cy="276999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lang="ko-KR" altLang="en-US" b="1" dirty="0">
                <a:solidFill>
                  <a:srgbClr val="E8336D"/>
                </a:solidFill>
                <a:latin typeface="맑은 고딕"/>
                <a:ea typeface="맑은 고딕"/>
              </a:rPr>
              <a:t>성별</a:t>
            </a:r>
            <a:r>
              <a:rPr lang="en-US" altLang="ko-KR" b="1" dirty="0">
                <a:solidFill>
                  <a:srgbClr val="E8336D"/>
                </a:solidFill>
                <a:latin typeface="맑은 고딕"/>
                <a:ea typeface="맑은 고딕"/>
              </a:rPr>
              <a:t>, MBTI,</a:t>
            </a:r>
            <a:r>
              <a:rPr lang="ko-KR" altLang="en-US" b="1" dirty="0">
                <a:solidFill>
                  <a:srgbClr val="E8336D"/>
                </a:solidFill>
                <a:latin typeface="맑은 고딕"/>
                <a:ea typeface="맑은 고딕"/>
              </a:rPr>
              <a:t xml:space="preserve"> 대화 내용</a:t>
            </a:r>
            <a:endParaRPr b="1" dirty="0">
              <a:solidFill>
                <a:srgbClr val="E8336D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1480" y="2480000"/>
            <a:ext cx="8000000" cy="3000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1500" b="1">
                <a:solidFill>
                  <a:srgbClr val="E8336D"/>
                </a:solidFill>
                <a:latin typeface="맑은 고딕"/>
                <a:ea typeface="맑은 고딕"/>
              </a:rPr>
              <a:t>2. 분석 엔진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1480" y="2525601"/>
            <a:ext cx="3000000" cy="21544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1400" b="1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3단계 </a:t>
            </a:r>
            <a:r>
              <a:rPr sz="1400" b="1" dirty="0" err="1">
                <a:solidFill>
                  <a:srgbClr val="757575"/>
                </a:solidFill>
                <a:latin typeface="맑은 고딕"/>
                <a:ea typeface="맑은 고딕"/>
              </a:rPr>
              <a:t>합산</a:t>
            </a:r>
            <a:endParaRPr sz="1400" b="1" dirty="0">
              <a:solidFill>
                <a:srgbClr val="757575"/>
              </a:solidFill>
              <a:latin typeface="맑은 고딕"/>
              <a:ea typeface="맑은 고딕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11480" y="2850000"/>
            <a:ext cx="2680000" cy="19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2850000"/>
            <a:ext cx="2680000" cy="70000"/>
          </a:xfrm>
          <a:prstGeom prst="rect">
            <a:avLst/>
          </a:prstGeom>
          <a:solidFill>
            <a:srgbClr val="E83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000000"/>
            <a:ext cx="2680000" cy="56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3000" b="1" dirty="0">
                <a:solidFill>
                  <a:srgbClr val="E8336D"/>
                </a:solidFill>
                <a:latin typeface="맑은 고딕"/>
                <a:ea typeface="맑은 고딕"/>
              </a:rPr>
              <a:t>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620000"/>
            <a:ext cx="2680000" cy="30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맑은 고딕"/>
                <a:ea typeface="맑은 고딕"/>
              </a:rPr>
              <a:t>대화 내용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480" y="3980000"/>
            <a:ext cx="2380000" cy="561692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• </a:t>
            </a: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강력긍정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(+12) ~ </a:t>
            </a: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강력부정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>(-18)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• </a:t>
            </a: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단답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</a:t>
            </a: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비율·웃음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</a:t>
            </a: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강도·답장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</a:t>
            </a: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시간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</a:t>
            </a:r>
            <a:endParaRPr lang="en-US" sz="1050" b="0" dirty="0">
              <a:solidFill>
                <a:srgbClr val="757575"/>
              </a:solidFill>
              <a:latin typeface="맑은 고딕"/>
              <a:ea typeface="맑은 고딕"/>
            </a:endParaRPr>
          </a:p>
          <a:p>
            <a:pPr algn="l">
              <a:spcAft>
                <a:spcPts val="300"/>
              </a:spcAft>
            </a:pPr>
            <a:r>
              <a:rPr lang="en-US" sz="105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 </a:t>
            </a: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자동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</a:t>
            </a: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계산</a:t>
            </a:r>
            <a:endParaRPr sz="1050" b="0" dirty="0">
              <a:solidFill>
                <a:srgbClr val="757575"/>
              </a:solidFill>
              <a:latin typeface="맑은 고딕"/>
              <a:ea typeface="맑은 고딕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271480" y="2850000"/>
            <a:ext cx="2680000" cy="19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71480" y="2850000"/>
            <a:ext cx="2680000" cy="70000"/>
          </a:xfrm>
          <a:prstGeom prst="rect">
            <a:avLst/>
          </a:prstGeom>
          <a:solidFill>
            <a:srgbClr val="AB4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71480" y="3000000"/>
            <a:ext cx="2680000" cy="56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3000" b="1" dirty="0">
                <a:solidFill>
                  <a:srgbClr val="AB47BC"/>
                </a:solidFill>
                <a:latin typeface="맑은 고딕"/>
                <a:ea typeface="맑은 고딕"/>
              </a:rPr>
              <a:t>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1480" y="3620000"/>
            <a:ext cx="2680000" cy="30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맑은 고딕"/>
                <a:ea typeface="맑은 고딕"/>
              </a:rPr>
              <a:t>MBTI 궁합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1480" y="3980000"/>
            <a:ext cx="2380000" cy="76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757575"/>
                </a:solidFill>
                <a:latin typeface="맑은 고딕"/>
                <a:ea typeface="맑은 고딕"/>
              </a:rPr>
              <a:t>• 16×16 조합표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757575"/>
                </a:solidFill>
                <a:latin typeface="맑은 고딕"/>
                <a:ea typeface="맑은 고딕"/>
              </a:rPr>
              <a:t>• 천생연분(+12) ~ 다시생각(-10)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31480" y="2850000"/>
            <a:ext cx="2680000" cy="19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31480" y="2850000"/>
            <a:ext cx="2680000" cy="70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31480" y="3000000"/>
            <a:ext cx="2680000" cy="56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3000" b="1" dirty="0">
                <a:solidFill>
                  <a:srgbClr val="00695C"/>
                </a:solidFill>
                <a:latin typeface="맑은 고딕"/>
                <a:ea typeface="맑은 고딕"/>
              </a:rPr>
              <a:t>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31480" y="3620000"/>
            <a:ext cx="2680000" cy="30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400" b="1" dirty="0">
                <a:solidFill>
                  <a:srgbClr val="2D2D2D"/>
                </a:solidFill>
                <a:latin typeface="맑은 고딕"/>
                <a:ea typeface="맑은 고딕"/>
              </a:rPr>
              <a:t xml:space="preserve">MBTI </a:t>
            </a:r>
            <a:r>
              <a:rPr sz="1400" b="1" dirty="0" err="1">
                <a:solidFill>
                  <a:srgbClr val="2D2D2D"/>
                </a:solidFill>
                <a:latin typeface="맑은 고딕"/>
                <a:ea typeface="맑은 고딕"/>
              </a:rPr>
              <a:t>행동</a:t>
            </a:r>
            <a:r>
              <a:rPr sz="1400" b="1" dirty="0">
                <a:solidFill>
                  <a:srgbClr val="2D2D2D"/>
                </a:solidFill>
                <a:latin typeface="맑은 고딕"/>
                <a:ea typeface="맑은 고딕"/>
              </a:rPr>
              <a:t xml:space="preserve"> </a:t>
            </a:r>
            <a:r>
              <a:rPr sz="1400" b="1" dirty="0" err="1">
                <a:solidFill>
                  <a:srgbClr val="2D2D2D"/>
                </a:solidFill>
                <a:latin typeface="맑은 고딕"/>
                <a:ea typeface="맑은 고딕"/>
              </a:rPr>
              <a:t>패턴</a:t>
            </a:r>
            <a:endParaRPr sz="1400" b="1" dirty="0">
              <a:solidFill>
                <a:srgbClr val="2D2D2D"/>
              </a:solidFill>
              <a:latin typeface="맑은 고딕"/>
              <a:ea typeface="맑은 고딕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81480" y="3980000"/>
            <a:ext cx="2380000" cy="76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757575"/>
                </a:solidFill>
                <a:latin typeface="맑은 고딕"/>
                <a:ea typeface="맑은 고딕"/>
              </a:rPr>
              <a:t>• 상대 유형에게 드문 행동일수록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757575"/>
                </a:solidFill>
                <a:latin typeface="맑은 고딕"/>
                <a:ea typeface="맑은 고딕"/>
              </a:rPr>
              <a:t>• 가중치 크게 부여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778F36-0197-BBEC-B1EB-35F9D73119DF}"/>
              </a:ext>
            </a:extLst>
          </p:cNvPr>
          <p:cNvSpPr txBox="1"/>
          <p:nvPr/>
        </p:nvSpPr>
        <p:spPr>
          <a:xfrm>
            <a:off x="428007" y="1351684"/>
            <a:ext cx="7869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2800" dirty="0">
                <a:solidFill>
                  <a:srgbClr val="000000"/>
                </a:solidFill>
              </a:rPr>
              <a:t>💬</a:t>
            </a:r>
            <a:endParaRPr lang="en-US" altLang="ko-KR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2B6EA-D902-C78D-8EA3-93BF1CE34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553AC2-F5C1-2BB7-311D-B1C894D68F4D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83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8CCC92-4163-F87C-0BDA-86320C163EEC}"/>
              </a:ext>
            </a:extLst>
          </p:cNvPr>
          <p:cNvSpPr txBox="1"/>
          <p:nvPr/>
        </p:nvSpPr>
        <p:spPr>
          <a:xfrm>
            <a:off x="365760" y="213321"/>
            <a:ext cx="8412480" cy="323165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2100" b="1" dirty="0">
                <a:solidFill>
                  <a:srgbClr val="FFFFFF"/>
                </a:solidFill>
                <a:latin typeface="맑은 고딕"/>
                <a:ea typeface="맑은 고딕"/>
              </a:rPr>
              <a:t xml:space="preserve">⚙️  </a:t>
            </a:r>
            <a:r>
              <a:rPr lang="ko-KR" altLang="en-US" sz="2100" b="1" dirty="0">
                <a:solidFill>
                  <a:srgbClr val="FFFFFF"/>
                </a:solidFill>
                <a:latin typeface="맑은 고딕"/>
                <a:ea typeface="맑은 고딕"/>
              </a:rPr>
              <a:t>프로그램 기능</a:t>
            </a:r>
            <a:r>
              <a:rPr lang="en-US" altLang="ko-KR" sz="2100" b="1" dirty="0">
                <a:solidFill>
                  <a:srgbClr val="FFFFFF"/>
                </a:solidFill>
                <a:latin typeface="맑은 고딕"/>
                <a:ea typeface="맑은 고딕"/>
              </a:rPr>
              <a:t>2(</a:t>
            </a:r>
            <a:r>
              <a:rPr lang="ko-KR" altLang="en-US" sz="2100" b="1" dirty="0">
                <a:solidFill>
                  <a:srgbClr val="FFFFFF"/>
                </a:solidFill>
                <a:latin typeface="맑은 고딕"/>
                <a:ea typeface="맑은 고딕"/>
              </a:rPr>
              <a:t>질문지 답변 기반 분석</a:t>
            </a:r>
            <a:r>
              <a:rPr lang="en-US" altLang="ko-KR" sz="2100" b="1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  <a:endParaRPr sz="210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9E45A-2216-D48F-2304-E86F96C7C375}"/>
              </a:ext>
            </a:extLst>
          </p:cNvPr>
          <p:cNvSpPr txBox="1"/>
          <p:nvPr/>
        </p:nvSpPr>
        <p:spPr>
          <a:xfrm>
            <a:off x="411480" y="820000"/>
            <a:ext cx="8000000" cy="3000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1500" b="1">
                <a:solidFill>
                  <a:srgbClr val="E8336D"/>
                </a:solidFill>
                <a:latin typeface="맑은 고딕"/>
                <a:ea typeface="맑은 고딕"/>
              </a:rPr>
              <a:t>1. 입력 방식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EBE552E-41F3-A3DC-3D89-D319D463155A}"/>
              </a:ext>
            </a:extLst>
          </p:cNvPr>
          <p:cNvSpPr/>
          <p:nvPr/>
        </p:nvSpPr>
        <p:spPr>
          <a:xfrm>
            <a:off x="411480" y="1180000"/>
            <a:ext cx="400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1A570B-731D-2C1C-72EA-88281ADF55A3}"/>
              </a:ext>
            </a:extLst>
          </p:cNvPr>
          <p:cNvSpPr/>
          <p:nvPr/>
        </p:nvSpPr>
        <p:spPr>
          <a:xfrm>
            <a:off x="561480" y="1330000"/>
            <a:ext cx="520000" cy="52000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AAC214-862E-656E-3DE0-4A6AC857E399}"/>
              </a:ext>
            </a:extLst>
          </p:cNvPr>
          <p:cNvSpPr txBox="1"/>
          <p:nvPr/>
        </p:nvSpPr>
        <p:spPr>
          <a:xfrm>
            <a:off x="1171480" y="1405507"/>
            <a:ext cx="3180000" cy="26161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700" b="1" dirty="0">
                <a:solidFill>
                  <a:srgbClr val="E8336D"/>
                </a:solidFill>
                <a:latin typeface="맑은 고딕"/>
              </a:rPr>
              <a:t>15문항 선택 응답 + MBTI</a:t>
            </a:r>
            <a:endParaRPr b="1" dirty="0">
              <a:solidFill>
                <a:srgbClr val="E8336D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FA5F6C-5C5A-6E1D-3E2C-2C694ED8755C}"/>
              </a:ext>
            </a:extLst>
          </p:cNvPr>
          <p:cNvSpPr txBox="1"/>
          <p:nvPr/>
        </p:nvSpPr>
        <p:spPr>
          <a:xfrm>
            <a:off x="411480" y="2480000"/>
            <a:ext cx="8000000" cy="3000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1500" b="1">
                <a:solidFill>
                  <a:srgbClr val="E8336D"/>
                </a:solidFill>
                <a:latin typeface="맑은 고딕"/>
                <a:ea typeface="맑은 고딕"/>
              </a:rPr>
              <a:t>2. 분석 엔진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9F2B05-AF61-53E2-E17D-5168D2B85D62}"/>
              </a:ext>
            </a:extLst>
          </p:cNvPr>
          <p:cNvSpPr txBox="1"/>
          <p:nvPr/>
        </p:nvSpPr>
        <p:spPr>
          <a:xfrm>
            <a:off x="1611480" y="2525601"/>
            <a:ext cx="3000000" cy="21544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1400" b="1">
                <a:solidFill>
                  <a:srgbClr val="757575"/>
                </a:solidFill>
                <a:latin typeface="맑은 고딕"/>
              </a:rPr>
              <a:t>3단계 순차 처리</a:t>
            </a:r>
            <a:endParaRPr sz="1400" b="1" dirty="0">
              <a:solidFill>
                <a:srgbClr val="757575"/>
              </a:solidFill>
              <a:latin typeface="맑은 고딕"/>
              <a:ea typeface="맑은 고딕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7B2C82C-5C46-A4A6-046B-6B14A8BD63FF}"/>
              </a:ext>
            </a:extLst>
          </p:cNvPr>
          <p:cNvSpPr/>
          <p:nvPr/>
        </p:nvSpPr>
        <p:spPr>
          <a:xfrm>
            <a:off x="411480" y="2850000"/>
            <a:ext cx="2680000" cy="19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C5F447-7CE5-B387-FC5C-CC1A86EC4347}"/>
              </a:ext>
            </a:extLst>
          </p:cNvPr>
          <p:cNvSpPr/>
          <p:nvPr/>
        </p:nvSpPr>
        <p:spPr>
          <a:xfrm>
            <a:off x="411480" y="2850000"/>
            <a:ext cx="2680000" cy="70000"/>
          </a:xfrm>
          <a:prstGeom prst="rect">
            <a:avLst/>
          </a:prstGeom>
          <a:solidFill>
            <a:srgbClr val="E83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DD6EFF-F1E3-4FD3-07EC-8FF80D35FD1C}"/>
              </a:ext>
            </a:extLst>
          </p:cNvPr>
          <p:cNvSpPr txBox="1"/>
          <p:nvPr/>
        </p:nvSpPr>
        <p:spPr>
          <a:xfrm>
            <a:off x="411480" y="3000000"/>
            <a:ext cx="2680000" cy="430887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lang="en-US" altLang="ko-KR" sz="2200" b="1" dirty="0">
                <a:solidFill>
                  <a:srgbClr val="E8336D"/>
                </a:solidFill>
                <a:latin typeface="맑은 고딕"/>
                <a:ea typeface="맑은 고딕"/>
              </a:rPr>
              <a:t>STEP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BD059F-9650-3B22-3FB8-2EA800631E72}"/>
              </a:ext>
            </a:extLst>
          </p:cNvPr>
          <p:cNvSpPr txBox="1"/>
          <p:nvPr/>
        </p:nvSpPr>
        <p:spPr>
          <a:xfrm>
            <a:off x="411480" y="3620000"/>
            <a:ext cx="2680000" cy="215444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400" b="1" dirty="0" err="1">
                <a:solidFill>
                  <a:srgbClr val="2D2D2D"/>
                </a:solidFill>
                <a:latin typeface="맑은 고딕"/>
              </a:rPr>
              <a:t>답변</a:t>
            </a:r>
            <a:r>
              <a:rPr sz="1400" b="1" dirty="0">
                <a:solidFill>
                  <a:srgbClr val="2D2D2D"/>
                </a:solidFill>
                <a:latin typeface="맑은 고딕"/>
              </a:rPr>
              <a:t xml:space="preserve"> </a:t>
            </a:r>
            <a:r>
              <a:rPr sz="1400" b="1" dirty="0" err="1">
                <a:solidFill>
                  <a:srgbClr val="2D2D2D"/>
                </a:solidFill>
                <a:latin typeface="맑은 고딕"/>
              </a:rPr>
              <a:t>점수화</a:t>
            </a:r>
            <a:endParaRPr sz="1400" b="1" dirty="0">
              <a:solidFill>
                <a:srgbClr val="2D2D2D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445C48-B6AF-AD19-1F5A-5B95C3031A12}"/>
              </a:ext>
            </a:extLst>
          </p:cNvPr>
          <p:cNvSpPr txBox="1"/>
          <p:nvPr/>
        </p:nvSpPr>
        <p:spPr>
          <a:xfrm>
            <a:off x="561480" y="3980000"/>
            <a:ext cx="2380000" cy="62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757575"/>
                </a:solidFill>
                <a:latin typeface="맑은 고딕"/>
              </a:rPr>
              <a:t>• 5지선다 선택값 반영</a:t>
            </a:r>
          </a:p>
          <a:p>
            <a:r>
              <a:rPr sz="1050" b="0">
                <a:solidFill>
                  <a:srgbClr val="757575"/>
                </a:solidFill>
                <a:latin typeface="맑은 고딕"/>
              </a:rPr>
              <a:t>• 매우부정(-2) ~ 매우긍정(+2)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9B39D9D-6700-92C1-4B99-B158C2433BFC}"/>
              </a:ext>
            </a:extLst>
          </p:cNvPr>
          <p:cNvSpPr/>
          <p:nvPr/>
        </p:nvSpPr>
        <p:spPr>
          <a:xfrm>
            <a:off x="3271480" y="2850000"/>
            <a:ext cx="2680000" cy="19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C2580D-D868-E489-F565-89145D6F2C2A}"/>
              </a:ext>
            </a:extLst>
          </p:cNvPr>
          <p:cNvSpPr/>
          <p:nvPr/>
        </p:nvSpPr>
        <p:spPr>
          <a:xfrm>
            <a:off x="3271480" y="2850000"/>
            <a:ext cx="2680000" cy="70000"/>
          </a:xfrm>
          <a:prstGeom prst="rect">
            <a:avLst/>
          </a:prstGeom>
          <a:solidFill>
            <a:srgbClr val="AB4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27BA0C-D657-8D39-3C77-E4965D09C559}"/>
              </a:ext>
            </a:extLst>
          </p:cNvPr>
          <p:cNvSpPr txBox="1"/>
          <p:nvPr/>
        </p:nvSpPr>
        <p:spPr>
          <a:xfrm>
            <a:off x="3271480" y="3000000"/>
            <a:ext cx="2680000" cy="430887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lang="en-US" altLang="ko-KR" sz="2200" b="1" dirty="0">
                <a:solidFill>
                  <a:srgbClr val="AB47BC"/>
                </a:solidFill>
                <a:latin typeface="맑은 고딕"/>
                <a:ea typeface="맑은 고딕"/>
              </a:rPr>
              <a:t>STEP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CEEAEF-BEE0-ABC6-60B8-D787447F8FF9}"/>
              </a:ext>
            </a:extLst>
          </p:cNvPr>
          <p:cNvSpPr txBox="1"/>
          <p:nvPr/>
        </p:nvSpPr>
        <p:spPr>
          <a:xfrm>
            <a:off x="3271480" y="3620000"/>
            <a:ext cx="2680000" cy="215444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맑은 고딕"/>
              </a:rPr>
              <a:t>문항 중요도</a:t>
            </a:r>
            <a:endParaRPr sz="1400" b="1" dirty="0">
              <a:solidFill>
                <a:srgbClr val="2D2D2D"/>
              </a:solidFill>
              <a:latin typeface="맑은 고딕"/>
              <a:ea typeface="맑은 고딕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A4AFAA-2BA9-14AC-40D6-DD7B3B19E731}"/>
              </a:ext>
            </a:extLst>
          </p:cNvPr>
          <p:cNvSpPr txBox="1"/>
          <p:nvPr/>
        </p:nvSpPr>
        <p:spPr>
          <a:xfrm>
            <a:off x="3421480" y="3980000"/>
            <a:ext cx="2380000" cy="76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757575"/>
                </a:solidFill>
                <a:latin typeface="맑은 고딕"/>
              </a:rPr>
              <a:t xml:space="preserve">• </a:t>
            </a:r>
            <a:r>
              <a:rPr sz="1050" b="0" dirty="0" err="1">
                <a:solidFill>
                  <a:srgbClr val="757575"/>
                </a:solidFill>
                <a:latin typeface="맑은 고딕"/>
              </a:rPr>
              <a:t>연락·만남·대체일정</a:t>
            </a:r>
            <a:endParaRPr sz="1050" b="0" dirty="0">
              <a:solidFill>
                <a:srgbClr val="757575"/>
              </a:solidFill>
              <a:latin typeface="맑은 고딕"/>
            </a:endParaRPr>
          </a:p>
          <a:p>
            <a:r>
              <a:rPr sz="1050" b="0" dirty="0">
                <a:solidFill>
                  <a:srgbClr val="757575"/>
                </a:solidFill>
                <a:latin typeface="맑은 고딕"/>
              </a:rPr>
              <a:t xml:space="preserve">• </a:t>
            </a:r>
            <a:r>
              <a:rPr sz="1050" b="0" dirty="0" err="1">
                <a:solidFill>
                  <a:srgbClr val="757575"/>
                </a:solidFill>
                <a:latin typeface="맑은 고딕"/>
              </a:rPr>
              <a:t>중요</a:t>
            </a:r>
            <a:r>
              <a:rPr sz="1050" b="0" dirty="0">
                <a:solidFill>
                  <a:srgbClr val="757575"/>
                </a:solidFill>
                <a:latin typeface="맑은 고딕"/>
              </a:rPr>
              <a:t xml:space="preserve"> </a:t>
            </a:r>
            <a:r>
              <a:rPr sz="1050" b="0" dirty="0" err="1">
                <a:solidFill>
                  <a:srgbClr val="757575"/>
                </a:solidFill>
                <a:latin typeface="맑은 고딕"/>
              </a:rPr>
              <a:t>문항일수록</a:t>
            </a:r>
            <a:r>
              <a:rPr sz="1050" b="0" dirty="0">
                <a:solidFill>
                  <a:srgbClr val="757575"/>
                </a:solidFill>
                <a:latin typeface="맑은 고딕"/>
              </a:rPr>
              <a:t xml:space="preserve"> 큰 </a:t>
            </a:r>
            <a:r>
              <a:rPr sz="1050" b="0" dirty="0" err="1">
                <a:solidFill>
                  <a:srgbClr val="757575"/>
                </a:solidFill>
                <a:latin typeface="맑은 고딕"/>
              </a:rPr>
              <a:t>가중치</a:t>
            </a:r>
            <a:endParaRPr sz="1050" b="0" dirty="0">
              <a:solidFill>
                <a:srgbClr val="757575"/>
              </a:solidFill>
              <a:latin typeface="맑은 고딕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DD1035A-1781-7D6E-6D95-F3DC01A2A5DD}"/>
              </a:ext>
            </a:extLst>
          </p:cNvPr>
          <p:cNvSpPr/>
          <p:nvPr/>
        </p:nvSpPr>
        <p:spPr>
          <a:xfrm>
            <a:off x="6131480" y="2850000"/>
            <a:ext cx="2680000" cy="19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EC72B5-4597-EA1B-4D28-9F7A8CEF3DD5}"/>
              </a:ext>
            </a:extLst>
          </p:cNvPr>
          <p:cNvSpPr/>
          <p:nvPr/>
        </p:nvSpPr>
        <p:spPr>
          <a:xfrm>
            <a:off x="6131480" y="2850000"/>
            <a:ext cx="2680000" cy="70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CF17A0-5FF3-A6A2-E1A6-99A1CE99A387}"/>
              </a:ext>
            </a:extLst>
          </p:cNvPr>
          <p:cNvSpPr txBox="1"/>
          <p:nvPr/>
        </p:nvSpPr>
        <p:spPr>
          <a:xfrm>
            <a:off x="6131480" y="3000000"/>
            <a:ext cx="2680000" cy="430887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lang="en-US" altLang="ko-KR" sz="2200" b="1" dirty="0">
                <a:solidFill>
                  <a:srgbClr val="00695C"/>
                </a:solidFill>
                <a:latin typeface="맑은 고딕"/>
                <a:ea typeface="맑은 고딕"/>
              </a:rPr>
              <a:t>STEP 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A9E17C-469A-6C2D-20D1-7D5B8CBA3596}"/>
              </a:ext>
            </a:extLst>
          </p:cNvPr>
          <p:cNvSpPr txBox="1"/>
          <p:nvPr/>
        </p:nvSpPr>
        <p:spPr>
          <a:xfrm>
            <a:off x="6131480" y="3620000"/>
            <a:ext cx="2680000" cy="215444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400" b="1">
                <a:solidFill>
                  <a:srgbClr val="2D2D2D"/>
                </a:solidFill>
                <a:latin typeface="맑은 고딕"/>
              </a:rPr>
              <a:t>MBTI 보정</a:t>
            </a:r>
            <a:endParaRPr sz="1400" b="1" dirty="0">
              <a:solidFill>
                <a:srgbClr val="2D2D2D"/>
              </a:solidFill>
              <a:latin typeface="맑은 고딕"/>
              <a:ea typeface="맑은 고딕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148342-E224-8A9B-1542-C4A0742B3DC3}"/>
              </a:ext>
            </a:extLst>
          </p:cNvPr>
          <p:cNvSpPr txBox="1"/>
          <p:nvPr/>
        </p:nvSpPr>
        <p:spPr>
          <a:xfrm>
            <a:off x="6281480" y="3980000"/>
            <a:ext cx="2380000" cy="76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757575"/>
                </a:solidFill>
                <a:latin typeface="맑은 고딕"/>
              </a:rPr>
              <a:t>• 유형별 행동 희귀도 반영</a:t>
            </a:r>
          </a:p>
          <a:p>
            <a:r>
              <a:rPr sz="1050" b="0">
                <a:solidFill>
                  <a:srgbClr val="757575"/>
                </a:solidFill>
                <a:latin typeface="맑은 고딕"/>
              </a:rPr>
              <a:t>• 최대 보정값 제한 적용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56EA49-59C0-7324-7274-ED3C3813D9BC}"/>
              </a:ext>
            </a:extLst>
          </p:cNvPr>
          <p:cNvSpPr txBox="1"/>
          <p:nvPr/>
        </p:nvSpPr>
        <p:spPr>
          <a:xfrm>
            <a:off x="428007" y="1351684"/>
            <a:ext cx="7869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sz="2800" b="0">
                <a:solidFill>
                  <a:srgbClr val="000000"/>
                </a:solidFill>
              </a:rPr>
              <a:t>❓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336441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83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맑은 고딕"/>
                <a:ea typeface="맑은 고딕"/>
              </a:rPr>
              <a:t>🔬  세부 가중치 로직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70000"/>
            <a:ext cx="4300000" cy="39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5510" y="1010000"/>
            <a:ext cx="4000000" cy="33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400" b="1" dirty="0">
                <a:solidFill>
                  <a:srgbClr val="E8336D"/>
                </a:solidFill>
                <a:latin typeface="맑은 고딕"/>
                <a:ea typeface="맑은 고딕"/>
              </a:rPr>
              <a:t xml:space="preserve">1. MBTI 4지표 </a:t>
            </a:r>
            <a:r>
              <a:rPr sz="1400" b="1" dirty="0" err="1">
                <a:solidFill>
                  <a:srgbClr val="E8336D"/>
                </a:solidFill>
                <a:latin typeface="맑은 고딕"/>
                <a:ea typeface="맑은 고딕"/>
              </a:rPr>
              <a:t>희귀도</a:t>
            </a:r>
            <a:r>
              <a:rPr sz="1400" b="1" dirty="0">
                <a:solidFill>
                  <a:srgbClr val="E8336D"/>
                </a:solidFill>
                <a:latin typeface="맑은 고딕"/>
                <a:ea typeface="맑은 고딕"/>
              </a:rPr>
              <a:t xml:space="preserve"> </a:t>
            </a:r>
            <a:r>
              <a:rPr sz="1400" b="1" dirty="0" err="1">
                <a:solidFill>
                  <a:srgbClr val="E8336D"/>
                </a:solidFill>
                <a:latin typeface="맑은 고딕"/>
                <a:ea typeface="맑은 고딕"/>
              </a:rPr>
              <a:t>보정</a:t>
            </a:r>
            <a:endParaRPr sz="1400" b="1" dirty="0">
              <a:solidFill>
                <a:srgbClr val="E8336D"/>
              </a:solidFill>
              <a:latin typeface="맑은 고딕"/>
              <a:ea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0000" y="1430000"/>
            <a:ext cx="650000" cy="65000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1430000"/>
            <a:ext cx="650000" cy="6500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/>
            <a:r>
              <a:rPr sz="1500" b="1">
                <a:solidFill>
                  <a:srgbClr val="E8336D"/>
                </a:solidFill>
                <a:latin typeface="맑은 고딕"/>
                <a:ea typeface="맑은 고딕"/>
              </a:rPr>
              <a:t>I/E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0000" y="1490000"/>
            <a:ext cx="3300000" cy="5600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D2D2D"/>
                </a:solidFill>
                <a:latin typeface="맑은 고딕"/>
                <a:ea typeface="맑은 고딕"/>
              </a:rPr>
              <a:t xml:space="preserve">내향이 약속 먼저 제안 </a:t>
            </a:r>
            <a:r>
              <a:rPr sz="1300" b="1">
                <a:solidFill>
                  <a:srgbClr val="E8336D"/>
                </a:solidFill>
                <a:latin typeface="맑은 고딕"/>
                <a:ea typeface="맑은 고딕"/>
              </a:rPr>
              <a:t>+8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757575"/>
                </a:solidFill>
                <a:latin typeface="맑은 고딕"/>
                <a:ea typeface="맑은 고딕"/>
              </a:rPr>
              <a:t>상대 유형 → 외향 +2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0000" y="2250000"/>
            <a:ext cx="650000" cy="65000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0000" y="2250000"/>
            <a:ext cx="650000" cy="6500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/>
            <a:r>
              <a:rPr sz="1500" b="1">
                <a:solidFill>
                  <a:srgbClr val="E8336D"/>
                </a:solidFill>
                <a:latin typeface="맑은 고딕"/>
                <a:ea typeface="맑은 고딕"/>
              </a:rPr>
              <a:t>S/N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0000" y="2310000"/>
            <a:ext cx="3300000" cy="5600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dirty="0" err="1">
                <a:solidFill>
                  <a:srgbClr val="2D2D2D"/>
                </a:solidFill>
                <a:latin typeface="맑은 고딕"/>
                <a:ea typeface="맑은 고딕"/>
              </a:rPr>
              <a:t>감각형이</a:t>
            </a:r>
            <a:r>
              <a:rPr sz="1200" b="0" dirty="0">
                <a:solidFill>
                  <a:srgbClr val="2D2D2D"/>
                </a:solidFill>
                <a:latin typeface="맑은 고딕"/>
                <a:ea typeface="맑은 고딕"/>
              </a:rPr>
              <a:t xml:space="preserve"> </a:t>
            </a:r>
            <a:r>
              <a:rPr sz="1200" b="0" dirty="0" err="1">
                <a:solidFill>
                  <a:srgbClr val="2D2D2D"/>
                </a:solidFill>
                <a:latin typeface="맑은 고딕"/>
                <a:ea typeface="맑은 고딕"/>
              </a:rPr>
              <a:t>질문</a:t>
            </a:r>
            <a:r>
              <a:rPr sz="1200" b="0" dirty="0">
                <a:solidFill>
                  <a:srgbClr val="2D2D2D"/>
                </a:solidFill>
                <a:latin typeface="맑은 고딕"/>
                <a:ea typeface="맑은 고딕"/>
              </a:rPr>
              <a:t xml:space="preserve"> </a:t>
            </a:r>
            <a:r>
              <a:rPr sz="1200" b="0" dirty="0" err="1">
                <a:solidFill>
                  <a:srgbClr val="2D2D2D"/>
                </a:solidFill>
                <a:latin typeface="맑은 고딕"/>
                <a:ea typeface="맑은 고딕"/>
              </a:rPr>
              <a:t>많이</a:t>
            </a:r>
            <a:r>
              <a:rPr sz="1200" b="0" dirty="0">
                <a:solidFill>
                  <a:srgbClr val="2D2D2D"/>
                </a:solidFill>
                <a:latin typeface="맑은 고딕"/>
                <a:ea typeface="맑은 고딕"/>
              </a:rPr>
              <a:t xml:space="preserve"> </a:t>
            </a:r>
            <a:r>
              <a:rPr sz="1300" b="1" dirty="0">
                <a:solidFill>
                  <a:srgbClr val="E8336D"/>
                </a:solidFill>
                <a:latin typeface="맑은 고딕"/>
                <a:ea typeface="맑은 고딕"/>
              </a:rPr>
              <a:t>+7</a:t>
            </a:r>
          </a:p>
          <a:p>
            <a:pPr algn="l">
              <a:spcAft>
                <a:spcPts val="300"/>
              </a:spcAft>
            </a:pP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상대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</a:t>
            </a: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유형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→ </a:t>
            </a: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직관형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+2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00" y="3070000"/>
            <a:ext cx="650000" cy="65000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0000" y="3070000"/>
            <a:ext cx="650000" cy="6500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/>
            <a:r>
              <a:rPr sz="1500" b="1">
                <a:solidFill>
                  <a:srgbClr val="E8336D"/>
                </a:solidFill>
                <a:latin typeface="맑은 고딕"/>
                <a:ea typeface="맑은 고딕"/>
              </a:rPr>
              <a:t>T/F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0000" y="3130000"/>
            <a:ext cx="3300000" cy="5600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dirty="0" err="1">
                <a:solidFill>
                  <a:srgbClr val="2D2D2D"/>
                </a:solidFill>
                <a:latin typeface="맑은 고딕"/>
                <a:ea typeface="맑은 고딕"/>
              </a:rPr>
              <a:t>사고형이</a:t>
            </a:r>
            <a:r>
              <a:rPr sz="1200" b="0" dirty="0">
                <a:solidFill>
                  <a:srgbClr val="2D2D2D"/>
                </a:solidFill>
                <a:latin typeface="맑은 고딕"/>
                <a:ea typeface="맑은 고딕"/>
              </a:rPr>
              <a:t xml:space="preserve"> </a:t>
            </a:r>
            <a:r>
              <a:rPr sz="1200" b="0" dirty="0" err="1">
                <a:solidFill>
                  <a:srgbClr val="2D2D2D"/>
                </a:solidFill>
                <a:latin typeface="맑은 고딕"/>
                <a:ea typeface="맑은 고딕"/>
              </a:rPr>
              <a:t>공감</a:t>
            </a:r>
            <a:r>
              <a:rPr sz="1200" b="0" dirty="0">
                <a:solidFill>
                  <a:srgbClr val="2D2D2D"/>
                </a:solidFill>
                <a:latin typeface="맑은 고딕"/>
                <a:ea typeface="맑은 고딕"/>
              </a:rPr>
              <a:t xml:space="preserve"> </a:t>
            </a:r>
            <a:r>
              <a:rPr sz="1200" b="0" dirty="0" err="1">
                <a:solidFill>
                  <a:srgbClr val="2D2D2D"/>
                </a:solidFill>
                <a:latin typeface="맑은 고딕"/>
                <a:ea typeface="맑은 고딕"/>
              </a:rPr>
              <a:t>표현</a:t>
            </a:r>
            <a:r>
              <a:rPr sz="1200" b="0" dirty="0">
                <a:solidFill>
                  <a:srgbClr val="2D2D2D"/>
                </a:solidFill>
                <a:latin typeface="맑은 고딕"/>
                <a:ea typeface="맑은 고딕"/>
              </a:rPr>
              <a:t xml:space="preserve"> </a:t>
            </a:r>
            <a:r>
              <a:rPr sz="1300" b="1" dirty="0">
                <a:solidFill>
                  <a:srgbClr val="E8336D"/>
                </a:solidFill>
                <a:latin typeface="맑은 고딕"/>
                <a:ea typeface="맑은 고딕"/>
              </a:rPr>
              <a:t>+9</a:t>
            </a:r>
          </a:p>
          <a:p>
            <a:pPr algn="l">
              <a:spcAft>
                <a:spcPts val="300"/>
              </a:spcAft>
            </a:pP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상대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</a:t>
            </a: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유형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→ </a:t>
            </a: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감정형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+2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3890000"/>
            <a:ext cx="650000" cy="65000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0000" y="3890000"/>
            <a:ext cx="650000" cy="6500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/>
            <a:r>
              <a:rPr sz="1500" b="1">
                <a:solidFill>
                  <a:srgbClr val="E8336D"/>
                </a:solidFill>
                <a:latin typeface="맑은 고딕"/>
                <a:ea typeface="맑은 고딕"/>
              </a:rPr>
              <a:t>J/P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0000" y="3950000"/>
            <a:ext cx="3300000" cy="5600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dirty="0" err="1">
                <a:solidFill>
                  <a:srgbClr val="2D2D2D"/>
                </a:solidFill>
                <a:latin typeface="맑은 고딕"/>
                <a:ea typeface="맑은 고딕"/>
              </a:rPr>
              <a:t>인식형이</a:t>
            </a:r>
            <a:r>
              <a:rPr sz="1200" b="0" dirty="0">
                <a:solidFill>
                  <a:srgbClr val="2D2D2D"/>
                </a:solidFill>
                <a:latin typeface="맑은 고딕"/>
                <a:ea typeface="맑은 고딕"/>
              </a:rPr>
              <a:t xml:space="preserve"> </a:t>
            </a:r>
            <a:r>
              <a:rPr sz="1200" b="0" dirty="0" err="1">
                <a:solidFill>
                  <a:srgbClr val="2D2D2D"/>
                </a:solidFill>
                <a:latin typeface="맑은 고딕"/>
                <a:ea typeface="맑은 고딕"/>
              </a:rPr>
              <a:t>먼저</a:t>
            </a:r>
            <a:r>
              <a:rPr sz="1200" b="0" dirty="0">
                <a:solidFill>
                  <a:srgbClr val="2D2D2D"/>
                </a:solidFill>
                <a:latin typeface="맑은 고딕"/>
                <a:ea typeface="맑은 고딕"/>
              </a:rPr>
              <a:t xml:space="preserve"> </a:t>
            </a:r>
            <a:r>
              <a:rPr sz="1200" b="0" dirty="0" err="1">
                <a:solidFill>
                  <a:srgbClr val="2D2D2D"/>
                </a:solidFill>
                <a:latin typeface="맑은 고딕"/>
                <a:ea typeface="맑은 고딕"/>
              </a:rPr>
              <a:t>계획</a:t>
            </a:r>
            <a:r>
              <a:rPr sz="1200" b="0" dirty="0">
                <a:solidFill>
                  <a:srgbClr val="2D2D2D"/>
                </a:solidFill>
                <a:latin typeface="맑은 고딕"/>
                <a:ea typeface="맑은 고딕"/>
              </a:rPr>
              <a:t xml:space="preserve"> </a:t>
            </a:r>
            <a:r>
              <a:rPr sz="1300" b="1" dirty="0">
                <a:solidFill>
                  <a:srgbClr val="E8336D"/>
                </a:solidFill>
                <a:latin typeface="맑은 고딕"/>
                <a:ea typeface="맑은 고딕"/>
              </a:rPr>
              <a:t>+8</a:t>
            </a:r>
          </a:p>
          <a:p>
            <a:pPr algn="l">
              <a:spcAft>
                <a:spcPts val="300"/>
              </a:spcAft>
            </a:pP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상대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</a:t>
            </a: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유형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→ </a:t>
            </a: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판단형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+2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80000" y="870000"/>
            <a:ext cx="3850000" cy="19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30000" y="1010000"/>
            <a:ext cx="3550000" cy="33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400" b="1">
                <a:solidFill>
                  <a:srgbClr val="AB47BC"/>
                </a:solidFill>
                <a:latin typeface="맑은 고딕"/>
                <a:ea typeface="맑은 고딕"/>
              </a:rPr>
              <a:t>2. 어휘 세밀 가중치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30000" y="1420000"/>
            <a:ext cx="1130000" cy="52000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30000" y="1470000"/>
            <a:ext cx="1130000" cy="30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맑은 고딕"/>
                <a:ea typeface="맑은 고딕"/>
              </a:rPr>
              <a:t>"넹"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0000" y="1710000"/>
            <a:ext cx="1130000" cy="23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100" b="1">
                <a:solidFill>
                  <a:srgbClr val="AB47BC"/>
                </a:solidFill>
                <a:latin typeface="맑은 고딕"/>
                <a:ea typeface="맑은 고딕"/>
              </a:rPr>
              <a:t>2.5점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0000" y="1420000"/>
            <a:ext cx="1130000" cy="52000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0000" y="1470000"/>
            <a:ext cx="1130000" cy="30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맑은 고딕"/>
                <a:ea typeface="맑은 고딕"/>
              </a:rPr>
              <a:t>"웅"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0000" y="1710000"/>
            <a:ext cx="1130000" cy="23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100" b="1">
                <a:solidFill>
                  <a:srgbClr val="AB47BC"/>
                </a:solidFill>
                <a:latin typeface="맑은 고딕"/>
                <a:ea typeface="맑은 고딕"/>
              </a:rPr>
              <a:t>2.3점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0000" y="1420000"/>
            <a:ext cx="1130000" cy="52000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0000" y="1470000"/>
            <a:ext cx="1130000" cy="30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맑은 고딕"/>
                <a:ea typeface="맑은 고딕"/>
              </a:rPr>
              <a:t>"응응"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0000" y="1710000"/>
            <a:ext cx="1130000" cy="23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100" b="1">
                <a:solidFill>
                  <a:srgbClr val="AB47BC"/>
                </a:solidFill>
                <a:latin typeface="맑은 고딕"/>
                <a:ea typeface="맑은 고딕"/>
              </a:rPr>
              <a:t>2.0점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30000" y="2040000"/>
            <a:ext cx="1130000" cy="52000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30000" y="2090000"/>
            <a:ext cx="1130000" cy="30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맑은 고딕"/>
                <a:ea typeface="맑은 고딕"/>
              </a:rPr>
              <a:t>"응"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30000" y="2330000"/>
            <a:ext cx="1130000" cy="23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100" b="1">
                <a:solidFill>
                  <a:srgbClr val="AB47BC"/>
                </a:solidFill>
                <a:latin typeface="맑은 고딕"/>
                <a:ea typeface="맑은 고딕"/>
              </a:rPr>
              <a:t>1.0점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0000" y="2040000"/>
            <a:ext cx="1130000" cy="52000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60000" y="2090000"/>
            <a:ext cx="1130000" cy="30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맑은 고딕"/>
                <a:ea typeface="맑은 고딕"/>
              </a:rPr>
              <a:t>"ㅇㅇ"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0000" y="2330000"/>
            <a:ext cx="1130000" cy="23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100" b="1">
                <a:solidFill>
                  <a:srgbClr val="AB47BC"/>
                </a:solidFill>
                <a:latin typeface="맑은 고딕"/>
                <a:ea typeface="맑은 고딕"/>
              </a:rPr>
              <a:t>0.5점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0000" y="2040000"/>
            <a:ext cx="1130000" cy="52000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0000" y="2090000"/>
            <a:ext cx="1130000" cy="30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300" b="1">
                <a:solidFill>
                  <a:srgbClr val="2D2D2D"/>
                </a:solidFill>
                <a:latin typeface="맑은 고딕"/>
                <a:ea typeface="맑은 고딕"/>
              </a:rPr>
              <a:t>"ㅇ"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0000" y="2330000"/>
            <a:ext cx="1130000" cy="23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100" b="1">
                <a:solidFill>
                  <a:srgbClr val="AB47BC"/>
                </a:solidFill>
                <a:latin typeface="맑은 고딕"/>
                <a:ea typeface="맑은 고딕"/>
              </a:rPr>
              <a:t>0.2점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80000" y="2870000"/>
            <a:ext cx="3850000" cy="19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30000" y="3010000"/>
            <a:ext cx="3550000" cy="33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/>
            <a:r>
              <a:rPr sz="1400" b="1">
                <a:solidFill>
                  <a:srgbClr val="00695C"/>
                </a:solidFill>
                <a:latin typeface="맑은 고딕"/>
                <a:ea typeface="맑은 고딕"/>
              </a:rPr>
              <a:t>3. 연락 빈도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30000" y="3420000"/>
            <a:ext cx="3550000" cy="130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dirty="0">
                <a:solidFill>
                  <a:srgbClr val="00695C"/>
                </a:solidFill>
                <a:latin typeface="맑은 고딕"/>
                <a:ea typeface="맑은 고딕"/>
              </a:rPr>
              <a:t xml:space="preserve">• </a:t>
            </a:r>
            <a:r>
              <a:rPr sz="1150" b="0" dirty="0" err="1">
                <a:solidFill>
                  <a:srgbClr val="757575"/>
                </a:solidFill>
                <a:latin typeface="맑은 고딕"/>
                <a:ea typeface="맑은 고딕"/>
              </a:rPr>
              <a:t>이미지에서</a:t>
            </a:r>
            <a:r>
              <a:rPr sz="11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</a:t>
            </a:r>
            <a:r>
              <a:rPr sz="1150" b="0" dirty="0" err="1">
                <a:solidFill>
                  <a:srgbClr val="757575"/>
                </a:solidFill>
                <a:latin typeface="맑은 고딕"/>
                <a:ea typeface="맑은 고딕"/>
              </a:rPr>
              <a:t>시간</a:t>
            </a:r>
            <a:r>
              <a:rPr sz="11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</a:t>
            </a:r>
            <a:r>
              <a:rPr sz="1150" b="0" dirty="0" err="1">
                <a:solidFill>
                  <a:srgbClr val="757575"/>
                </a:solidFill>
                <a:latin typeface="맑은 고딕"/>
                <a:ea typeface="맑은 고딕"/>
              </a:rPr>
              <a:t>자동</a:t>
            </a:r>
            <a:r>
              <a:rPr sz="11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</a:t>
            </a:r>
            <a:r>
              <a:rPr sz="1150" b="0" dirty="0" err="1">
                <a:solidFill>
                  <a:srgbClr val="757575"/>
                </a:solidFill>
                <a:latin typeface="맑은 고딕"/>
                <a:ea typeface="맑은 고딕"/>
              </a:rPr>
              <a:t>파싱</a:t>
            </a:r>
            <a:endParaRPr sz="1150" b="0" dirty="0">
              <a:solidFill>
                <a:srgbClr val="757575"/>
              </a:solidFill>
              <a:latin typeface="맑은 고딕"/>
              <a:ea typeface="맑은 고딕"/>
            </a:endParaRPr>
          </a:p>
          <a:p>
            <a:pPr algn="l">
              <a:spcAft>
                <a:spcPts val="800"/>
              </a:spcAft>
            </a:pP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  (</a:t>
            </a: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오후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6:03 </a:t>
            </a:r>
            <a:r>
              <a:rPr sz="1050" b="0" dirty="0" err="1">
                <a:solidFill>
                  <a:srgbClr val="757575"/>
                </a:solidFill>
                <a:latin typeface="맑은 고딕"/>
                <a:ea typeface="맑은 고딕"/>
              </a:rPr>
              <a:t>형식</a:t>
            </a:r>
            <a:r>
              <a:rPr sz="1050" b="0" dirty="0">
                <a:solidFill>
                  <a:srgbClr val="757575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1200" b="1" dirty="0">
                <a:solidFill>
                  <a:srgbClr val="00695C"/>
                </a:solidFill>
                <a:latin typeface="맑은 고딕"/>
                <a:ea typeface="맑은 고딕"/>
              </a:rPr>
              <a:t xml:space="preserve">• </a:t>
            </a:r>
            <a:r>
              <a:rPr sz="1150" b="0" dirty="0" err="1">
                <a:solidFill>
                  <a:srgbClr val="757575"/>
                </a:solidFill>
                <a:latin typeface="맑은 고딕"/>
                <a:ea typeface="맑은 고딕"/>
              </a:rPr>
              <a:t>평균</a:t>
            </a:r>
            <a:r>
              <a:rPr sz="11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</a:t>
            </a:r>
            <a:r>
              <a:rPr sz="1150" b="0" dirty="0" err="1">
                <a:solidFill>
                  <a:srgbClr val="757575"/>
                </a:solidFill>
                <a:latin typeface="맑은 고딕"/>
                <a:ea typeface="맑은 고딕"/>
              </a:rPr>
              <a:t>답장</a:t>
            </a:r>
            <a:r>
              <a:rPr sz="11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</a:t>
            </a:r>
            <a:r>
              <a:rPr sz="1150" b="0" dirty="0" err="1">
                <a:solidFill>
                  <a:srgbClr val="757575"/>
                </a:solidFill>
                <a:latin typeface="맑은 고딕"/>
                <a:ea typeface="맑은 고딕"/>
              </a:rPr>
              <a:t>간격</a:t>
            </a:r>
            <a:r>
              <a:rPr sz="11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</a:t>
            </a:r>
            <a:r>
              <a:rPr sz="1150" b="0" dirty="0" err="1">
                <a:solidFill>
                  <a:srgbClr val="757575"/>
                </a:solidFill>
                <a:latin typeface="맑은 고딕"/>
                <a:ea typeface="맑은 고딕"/>
              </a:rPr>
              <a:t>계산</a:t>
            </a:r>
            <a:r>
              <a:rPr sz="11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→ </a:t>
            </a:r>
            <a:r>
              <a:rPr sz="1150" b="0" dirty="0" err="1">
                <a:solidFill>
                  <a:srgbClr val="757575"/>
                </a:solidFill>
                <a:latin typeface="맑은 고딕"/>
                <a:ea typeface="맑은 고딕"/>
              </a:rPr>
              <a:t>가중치</a:t>
            </a:r>
            <a:r>
              <a:rPr sz="11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</a:t>
            </a:r>
            <a:r>
              <a:rPr sz="1150" b="0" dirty="0" err="1">
                <a:solidFill>
                  <a:srgbClr val="757575"/>
                </a:solidFill>
                <a:latin typeface="맑은 고딕"/>
                <a:ea typeface="맑은 고딕"/>
              </a:rPr>
              <a:t>반영</a:t>
            </a:r>
            <a:endParaRPr sz="1150" b="0" dirty="0">
              <a:solidFill>
                <a:srgbClr val="757575"/>
              </a:solidFill>
              <a:latin typeface="맑은 고딕"/>
              <a:ea typeface="맑은 고딕"/>
            </a:endParaRPr>
          </a:p>
          <a:p>
            <a:pPr algn="l">
              <a:spcAft>
                <a:spcPts val="800"/>
              </a:spcAft>
            </a:pPr>
            <a:r>
              <a:rPr sz="1200" b="1" dirty="0">
                <a:solidFill>
                  <a:srgbClr val="00695C"/>
                </a:solidFill>
                <a:latin typeface="맑은 고딕"/>
                <a:ea typeface="맑은 고딕"/>
              </a:rPr>
              <a:t xml:space="preserve">• </a:t>
            </a:r>
            <a:r>
              <a:rPr sz="1150" b="0" dirty="0" err="1">
                <a:solidFill>
                  <a:srgbClr val="757575"/>
                </a:solidFill>
                <a:latin typeface="맑은 고딕"/>
                <a:ea typeface="맑은 고딕"/>
              </a:rPr>
              <a:t>직접</a:t>
            </a:r>
            <a:r>
              <a:rPr sz="11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</a:t>
            </a:r>
            <a:r>
              <a:rPr sz="1150" b="0" dirty="0" err="1">
                <a:solidFill>
                  <a:srgbClr val="757575"/>
                </a:solidFill>
                <a:latin typeface="맑은 고딕"/>
                <a:ea typeface="맑은 고딕"/>
              </a:rPr>
              <a:t>입력도</a:t>
            </a:r>
            <a:r>
              <a:rPr sz="11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</a:t>
            </a:r>
            <a:r>
              <a:rPr sz="1150" b="0" dirty="0" err="1">
                <a:solidFill>
                  <a:srgbClr val="757575"/>
                </a:solidFill>
                <a:latin typeface="맑은 고딕"/>
                <a:ea typeface="맑은 고딕"/>
              </a:rPr>
              <a:t>가능</a:t>
            </a:r>
            <a:r>
              <a:rPr sz="1150" b="0" dirty="0">
                <a:solidFill>
                  <a:srgbClr val="757575"/>
                </a:solidFill>
                <a:latin typeface="맑은 고딕"/>
                <a:ea typeface="맑은 고딕"/>
              </a:rPr>
              <a:t xml:space="preserve"> (분 </a:t>
            </a:r>
            <a:r>
              <a:rPr sz="1150" b="0" dirty="0" err="1">
                <a:solidFill>
                  <a:srgbClr val="757575"/>
                </a:solidFill>
                <a:latin typeface="맑은 고딕"/>
                <a:ea typeface="맑은 고딕"/>
              </a:rPr>
              <a:t>단위</a:t>
            </a:r>
            <a:r>
              <a:rPr sz="1150" b="0" dirty="0">
                <a:solidFill>
                  <a:srgbClr val="757575"/>
                </a:solidFill>
                <a:latin typeface="맑은 고딕"/>
                <a:ea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83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맑은 고딕"/>
                <a:ea typeface="맑은 고딕"/>
              </a:rPr>
              <a:t>💯  결과 화면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78606" y="1500000"/>
            <a:ext cx="1620000" cy="2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78606" y="1500000"/>
            <a:ext cx="1620000" cy="70000"/>
          </a:xfrm>
          <a:prstGeom prst="rect">
            <a:avLst/>
          </a:prstGeom>
          <a:solidFill>
            <a:srgbClr val="E83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663606" y="1720000"/>
            <a:ext cx="650000" cy="65000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63606" y="1720000"/>
            <a:ext cx="650000" cy="6500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/>
            <a:r>
              <a:rPr sz="2400" b="0">
                <a:solidFill>
                  <a:srgbClr val="2D2D2D"/>
                </a:solidFill>
                <a:latin typeface="맑은 고딕"/>
                <a:ea typeface="맑은 고딕"/>
              </a:rPr>
              <a:t>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8606" y="2480000"/>
            <a:ext cx="1620000" cy="33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300" b="1">
                <a:solidFill>
                  <a:srgbClr val="E8336D"/>
                </a:solidFill>
                <a:latin typeface="맑은 고딕"/>
                <a:ea typeface="맑은 고딕"/>
              </a:rPr>
              <a:t>관심도 점수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8606" y="2820000"/>
            <a:ext cx="1460000" cy="65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050" b="0">
                <a:solidFill>
                  <a:srgbClr val="757575"/>
                </a:solidFill>
                <a:latin typeface="맑은 고딕"/>
                <a:ea typeface="맑은 고딕"/>
              </a:rPr>
              <a:t>종합 관심도를 한눈에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71568" y="1500000"/>
            <a:ext cx="1620000" cy="2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71568" y="1500000"/>
            <a:ext cx="1620000" cy="70000"/>
          </a:xfrm>
          <a:prstGeom prst="rect">
            <a:avLst/>
          </a:prstGeom>
          <a:solidFill>
            <a:srgbClr val="AB4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56568" y="1720000"/>
            <a:ext cx="650000" cy="65000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6568" y="1720000"/>
            <a:ext cx="650000" cy="6500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/>
            <a:r>
              <a:rPr sz="2400" b="0">
                <a:solidFill>
                  <a:srgbClr val="2D2D2D"/>
                </a:solidFill>
                <a:latin typeface="맑은 고딕"/>
                <a:ea typeface="맑은 고딕"/>
              </a:rP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1568" y="2480000"/>
            <a:ext cx="1620000" cy="200055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300" b="1" dirty="0">
                <a:solidFill>
                  <a:srgbClr val="AB47BC"/>
                </a:solidFill>
                <a:latin typeface="맑은 고딕"/>
                <a:ea typeface="맑은 고딕"/>
              </a:rPr>
              <a:t xml:space="preserve"> </a:t>
            </a:r>
            <a:r>
              <a:rPr sz="1300" b="1" dirty="0" err="1">
                <a:solidFill>
                  <a:srgbClr val="AB47BC"/>
                </a:solidFill>
                <a:latin typeface="맑은 고딕"/>
                <a:ea typeface="맑은 고딕"/>
              </a:rPr>
              <a:t>분석</a:t>
            </a:r>
            <a:r>
              <a:rPr lang="en-US" sz="1300" b="1" dirty="0">
                <a:solidFill>
                  <a:srgbClr val="AB47BC"/>
                </a:solidFill>
                <a:latin typeface="맑은 고딕"/>
                <a:ea typeface="맑은 고딕"/>
              </a:rPr>
              <a:t xml:space="preserve"> </a:t>
            </a:r>
            <a:r>
              <a:rPr lang="ko-KR" altLang="en-US" sz="1300" b="1" dirty="0">
                <a:solidFill>
                  <a:srgbClr val="AB47BC"/>
                </a:solidFill>
                <a:latin typeface="맑은 고딕"/>
                <a:ea typeface="맑은 고딕"/>
              </a:rPr>
              <a:t>결과</a:t>
            </a:r>
            <a:endParaRPr sz="1300" b="1" dirty="0">
              <a:solidFill>
                <a:srgbClr val="AB47BC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51568" y="2820000"/>
            <a:ext cx="1460000" cy="161583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lang="ko-KR" altLang="en-US" sz="1050" dirty="0">
                <a:solidFill>
                  <a:srgbClr val="757575"/>
                </a:solidFill>
                <a:latin typeface="맑은 고딕"/>
                <a:ea typeface="맑은 고딕"/>
              </a:rPr>
              <a:t>전체적인 분석 결과</a:t>
            </a:r>
            <a:endParaRPr sz="1050" b="0" dirty="0">
              <a:solidFill>
                <a:srgbClr val="757575"/>
              </a:solidFill>
              <a:latin typeface="맑은 고딕"/>
              <a:ea typeface="맑은 고딕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00218" y="1500000"/>
            <a:ext cx="1620000" cy="21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00218" y="1500000"/>
            <a:ext cx="1620000" cy="70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685218" y="1720000"/>
            <a:ext cx="650000" cy="65000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F4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85218" y="1720000"/>
            <a:ext cx="650000" cy="65000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 algn="ctr"/>
            <a:r>
              <a:rPr sz="2400" b="0">
                <a:solidFill>
                  <a:srgbClr val="2D2D2D"/>
                </a:solidFill>
                <a:latin typeface="맑은 고딕"/>
                <a:ea typeface="맑은 고딕"/>
              </a:rP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0218" y="2480000"/>
            <a:ext cx="1620000" cy="33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300" b="1">
                <a:solidFill>
                  <a:srgbClr val="00695C"/>
                </a:solidFill>
                <a:latin typeface="맑은 고딕"/>
                <a:ea typeface="맑은 고딕"/>
              </a:rPr>
              <a:t>앞으로의 방향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0218" y="2820000"/>
            <a:ext cx="1460000" cy="6500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/>
            <a:r>
              <a:rPr sz="1050" b="0">
                <a:solidFill>
                  <a:srgbClr val="757575"/>
                </a:solidFill>
                <a:latin typeface="맑은 고딕"/>
                <a:ea typeface="맑은 고딕"/>
              </a:rPr>
              <a:t>관계 발전을 위한 제안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59448-F9B2-9EE5-5BEE-A4DB69B81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DF22C5-491E-F493-62C8-BB04E83CDC2F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8336D"/>
          </a:solidFill>
          <a:ln w="12700">
            <a:solidFill>
              <a:srgbClr val="E8336D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025F23-EC8C-8110-12CC-3401968B5DC9}"/>
              </a:ext>
            </a:extLst>
          </p:cNvPr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 xml:space="preserve">💡  </a:t>
            </a:r>
            <a:r>
              <a:rPr lang="ko-KR" altLang="en-US" sz="2200" b="1" dirty="0" err="1">
                <a:solidFill>
                  <a:srgbClr val="FFFFFF"/>
                </a:solidFill>
              </a:rPr>
              <a:t>느낀점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5CB1EC8-7B6D-314A-9641-75AFB45128F0}"/>
              </a:ext>
            </a:extLst>
          </p:cNvPr>
          <p:cNvSpPr/>
          <p:nvPr/>
        </p:nvSpPr>
        <p:spPr>
          <a:xfrm>
            <a:off x="411480" y="837027"/>
            <a:ext cx="8321040" cy="195541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altLang="ko-KR" sz="1400" b="1" dirty="0"/>
              <a:t xml:space="preserve">  </a:t>
            </a:r>
            <a:r>
              <a:rPr lang="ko-KR" altLang="ko-KR" sz="1500" b="1" dirty="0"/>
              <a:t>코딩을 하면서 아이디어를 실제 프로그램으로 만드는 과정이 생각보다 어렵다는 것을 느꼈다.</a:t>
            </a:r>
            <a:endParaRPr lang="en-US" altLang="ko-KR" sz="1500" b="1" dirty="0"/>
          </a:p>
          <a:p>
            <a:endParaRPr lang="ko-KR" altLang="ko-KR" sz="1400" b="1" dirty="0"/>
          </a:p>
          <a:p>
            <a:r>
              <a:rPr lang="en-US" altLang="ko-KR" sz="1400" dirty="0"/>
              <a:t xml:space="preserve">  </a:t>
            </a:r>
            <a:r>
              <a:rPr lang="ko-KR" altLang="ko-KR" sz="1400" dirty="0"/>
              <a:t xml:space="preserve">처음에는 대화 내용을 입력하면 관심도를 분석해주는 프로그램을 만드는 것이 단순해 보였다. 하지만 </a:t>
            </a:r>
            <a:r>
              <a:rPr lang="en-US" altLang="ko-KR" sz="1400" dirty="0"/>
              <a:t xml:space="preserve">    </a:t>
            </a:r>
          </a:p>
          <a:p>
            <a:r>
              <a:rPr lang="en-US" altLang="ko-KR" sz="1400" dirty="0"/>
              <a:t xml:space="preserve">  </a:t>
            </a:r>
            <a:r>
              <a:rPr lang="ko-KR" altLang="ko-KR" sz="1400" dirty="0"/>
              <a:t xml:space="preserve">실제로 코드를 작성하면서 단어마다 점수를 다르게 주고, MBTI 궁합이나 행동 패턴까지 반영해야 해서 </a:t>
            </a:r>
            <a:endParaRPr lang="en-US" altLang="ko-KR" sz="1400" dirty="0"/>
          </a:p>
          <a:p>
            <a:r>
              <a:rPr lang="en-US" altLang="ko-KR" sz="1400" dirty="0"/>
              <a:t xml:space="preserve">  </a:t>
            </a:r>
            <a:r>
              <a:rPr lang="ko-KR" altLang="ko-KR" sz="1400" dirty="0"/>
              <a:t>생각보다 많은 조건이 필요하다는 것을 알게 되었다. 특히 “응”, “웅”, “</a:t>
            </a:r>
            <a:r>
              <a:rPr lang="ko-KR" altLang="ko-KR" sz="1400" dirty="0" err="1"/>
              <a:t>넹</a:t>
            </a:r>
            <a:r>
              <a:rPr lang="ko-KR" altLang="ko-KR" sz="1400" dirty="0"/>
              <a:t xml:space="preserve">” 같은 짧은 표현도 각각 다른 </a:t>
            </a:r>
            <a:endParaRPr lang="en-US" altLang="ko-KR" sz="1400" dirty="0"/>
          </a:p>
          <a:p>
            <a:r>
              <a:rPr lang="en-US" altLang="ko-KR" sz="1400" dirty="0"/>
              <a:t xml:space="preserve">  </a:t>
            </a:r>
            <a:r>
              <a:rPr lang="ko-KR" altLang="ko-KR" sz="1400" dirty="0"/>
              <a:t>의미를 가질 수 있기 때문에 가중치를 세밀하게 설정하는 과정이 중요하다고 느꼈다.</a:t>
            </a:r>
            <a:r>
              <a:rPr lang="en-US" altLang="ko-KR" sz="1400" dirty="0"/>
              <a:t xml:space="preserve"> </a:t>
            </a:r>
            <a:r>
              <a:rPr lang="ko-KR" altLang="en-US" sz="1400" dirty="0"/>
              <a:t>또한 사진을 넣기</a:t>
            </a:r>
            <a:endParaRPr lang="en-US" altLang="ko-KR" sz="1400" dirty="0"/>
          </a:p>
          <a:p>
            <a:r>
              <a:rPr lang="en-US" altLang="ko-KR" sz="1400" dirty="0"/>
              <a:t xml:space="preserve">  </a:t>
            </a:r>
            <a:r>
              <a:rPr lang="ko-KR" altLang="en-US" sz="1400" dirty="0"/>
              <a:t xml:space="preserve">위해 </a:t>
            </a:r>
            <a:r>
              <a:rPr lang="en-US" altLang="ko-KR" sz="1400" dirty="0"/>
              <a:t>OCR</a:t>
            </a:r>
            <a:r>
              <a:rPr lang="ko-KR" altLang="en-US" sz="1400" dirty="0"/>
              <a:t xml:space="preserve">기능을 사용하려 했지만 여러 부분에서 에러가 나고 결국에는 기능을 넣는 것을 실패했지만 </a:t>
            </a:r>
            <a:endParaRPr lang="en-US" altLang="ko-KR" sz="1400" dirty="0"/>
          </a:p>
          <a:p>
            <a:r>
              <a:rPr lang="en-US" altLang="ko-KR" sz="1400" dirty="0"/>
              <a:t xml:space="preserve">  </a:t>
            </a:r>
            <a:r>
              <a:rPr lang="ko-KR" altLang="en-US" sz="1400" dirty="0"/>
              <a:t xml:space="preserve">나중에 </a:t>
            </a:r>
            <a:r>
              <a:rPr lang="en-US" altLang="ko-KR" sz="1400" dirty="0"/>
              <a:t>OCR</a:t>
            </a:r>
            <a:r>
              <a:rPr lang="ko-KR" altLang="en-US" sz="1400" dirty="0"/>
              <a:t>기능을 쓸 일이 생긴다면 그때는 완벽하게 이해하여 기능을 추가해보고 싶다</a:t>
            </a:r>
            <a:r>
              <a:rPr lang="en-US" altLang="ko-KR" sz="1400" dirty="0"/>
              <a:t>.</a:t>
            </a:r>
            <a:endParaRPr lang="ko-KR" altLang="ko-KR" sz="1400" dirty="0"/>
          </a:p>
          <a:p>
            <a:endParaRPr lang="ko-KR" alt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F0FF2CB-BF75-8E51-0B86-A6CF534C1EAA}"/>
              </a:ext>
            </a:extLst>
          </p:cNvPr>
          <p:cNvSpPr/>
          <p:nvPr/>
        </p:nvSpPr>
        <p:spPr>
          <a:xfrm>
            <a:off x="411480" y="837027"/>
            <a:ext cx="64008" cy="1955410"/>
          </a:xfrm>
          <a:prstGeom prst="rect">
            <a:avLst/>
          </a:prstGeom>
          <a:solidFill>
            <a:srgbClr val="E8336D"/>
          </a:solidFill>
          <a:ln w="12700">
            <a:solidFill>
              <a:srgbClr val="E8336D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3498F0C-4DDC-577D-1E91-14B672993714}"/>
              </a:ext>
            </a:extLst>
          </p:cNvPr>
          <p:cNvSpPr/>
          <p:nvPr/>
        </p:nvSpPr>
        <p:spPr>
          <a:xfrm>
            <a:off x="411480" y="2971800"/>
            <a:ext cx="8321040" cy="195540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altLang="ko-KR" sz="1500" b="1" dirty="0"/>
              <a:t xml:space="preserve">  </a:t>
            </a:r>
            <a:r>
              <a:rPr lang="ko-KR" altLang="ko-KR" sz="1500" b="1" dirty="0" err="1"/>
              <a:t>AI의</a:t>
            </a:r>
            <a:r>
              <a:rPr lang="ko-KR" altLang="ko-KR" sz="1500" b="1" dirty="0"/>
              <a:t xml:space="preserve"> 발전을 직접 체감할 수 있었다.</a:t>
            </a:r>
            <a:endParaRPr lang="en-US" altLang="ko-KR" sz="1500" b="1" dirty="0"/>
          </a:p>
          <a:p>
            <a:endParaRPr lang="ko-KR" altLang="ko-KR" sz="1500" b="1" dirty="0"/>
          </a:p>
          <a:p>
            <a:r>
              <a:rPr lang="en-US" altLang="ko-KR" sz="1400" dirty="0"/>
              <a:t xml:space="preserve">  </a:t>
            </a:r>
            <a:r>
              <a:rPr lang="ko-KR" altLang="ko-KR" sz="1400" dirty="0"/>
              <a:t xml:space="preserve">이번 프로젝트를 진행하면서 코딩을 작성하는 과정에서 </a:t>
            </a:r>
            <a:r>
              <a:rPr lang="ko-KR" altLang="ko-KR" sz="1400" dirty="0" err="1"/>
              <a:t>AI를</a:t>
            </a:r>
            <a:r>
              <a:rPr lang="ko-KR" altLang="ko-KR" sz="1400" dirty="0"/>
              <a:t xml:space="preserve"> 많이 활용하였다. 처음에는 내가 원하는 </a:t>
            </a:r>
            <a:r>
              <a:rPr lang="en-US" altLang="ko-KR" sz="1400" dirty="0"/>
              <a:t xml:space="preserve"> </a:t>
            </a:r>
          </a:p>
          <a:p>
            <a:r>
              <a:rPr lang="en-US" altLang="ko-KR" sz="1400" dirty="0"/>
              <a:t xml:space="preserve">  </a:t>
            </a:r>
            <a:r>
              <a:rPr lang="ko-KR" altLang="ko-KR" sz="1400" dirty="0"/>
              <a:t xml:space="preserve">기능을 코드로 구현하는 것이 어렵게 느껴졌지만, </a:t>
            </a:r>
            <a:r>
              <a:rPr lang="ko-KR" altLang="ko-KR" sz="1400" dirty="0" err="1"/>
              <a:t>AI를</a:t>
            </a:r>
            <a:r>
              <a:rPr lang="ko-KR" altLang="ko-KR" sz="1400" dirty="0"/>
              <a:t xml:space="preserve"> 이용해 기본 코드 구조를 만들고 오류를 </a:t>
            </a:r>
            <a:endParaRPr lang="en-US" altLang="ko-KR" sz="1400" dirty="0"/>
          </a:p>
          <a:p>
            <a:r>
              <a:rPr lang="en-US" altLang="ko-KR" sz="1400" dirty="0"/>
              <a:t xml:space="preserve">  </a:t>
            </a:r>
            <a:r>
              <a:rPr lang="ko-KR" altLang="ko-KR" sz="1400" dirty="0"/>
              <a:t xml:space="preserve">수정하면서 프로그램을 점점 완성해 나갈 수 있었다. 특히 대화 내용을 분석하고, 단어별 가중치를 </a:t>
            </a:r>
            <a:endParaRPr lang="en-US" altLang="ko-KR" sz="1400" dirty="0"/>
          </a:p>
          <a:p>
            <a:r>
              <a:rPr lang="en-US" altLang="ko-KR" sz="1400" dirty="0"/>
              <a:t xml:space="preserve">  </a:t>
            </a:r>
            <a:r>
              <a:rPr lang="ko-KR" altLang="ko-KR" sz="1400" dirty="0"/>
              <a:t xml:space="preserve">설정하며, </a:t>
            </a:r>
            <a:r>
              <a:rPr lang="ko-KR" altLang="ko-KR" sz="1400" dirty="0" err="1"/>
              <a:t>MBTI와</a:t>
            </a:r>
            <a:r>
              <a:rPr lang="ko-KR" altLang="ko-KR" sz="1400" dirty="0"/>
              <a:t xml:space="preserve"> 답장 시간까지 반영하는 복잡한 기능도 </a:t>
            </a:r>
            <a:r>
              <a:rPr lang="ko-KR" altLang="ko-KR" sz="1400" dirty="0" err="1"/>
              <a:t>AI의</a:t>
            </a:r>
            <a:r>
              <a:rPr lang="ko-KR" altLang="ko-KR" sz="1400" dirty="0"/>
              <a:t xml:space="preserve"> 도움을 받으니 더 쉽게 구현할 수 있었다. </a:t>
            </a:r>
            <a:endParaRPr lang="en-US" altLang="ko-KR" sz="1400" dirty="0"/>
          </a:p>
          <a:p>
            <a:r>
              <a:rPr lang="en-US" altLang="ko-KR" sz="1400" dirty="0"/>
              <a:t xml:space="preserve">  </a:t>
            </a:r>
            <a:r>
              <a:rPr lang="ko-KR" altLang="ko-KR" sz="1400" dirty="0"/>
              <a:t xml:space="preserve">이번 프로젝트를 통해 </a:t>
            </a:r>
            <a:r>
              <a:rPr lang="ko-KR" altLang="ko-KR" sz="1400" dirty="0" err="1"/>
              <a:t>AI가</a:t>
            </a:r>
            <a:r>
              <a:rPr lang="ko-KR" altLang="ko-KR" sz="1400" dirty="0"/>
              <a:t xml:space="preserve"> 단순히 정보를 알려주는 도구가 아니라, 실제 코딩과 문제 해결 과정에서도 큰 </a:t>
            </a:r>
            <a:endParaRPr lang="en-US" altLang="ko-KR" sz="1400" dirty="0"/>
          </a:p>
          <a:p>
            <a:r>
              <a:rPr lang="en-US" altLang="ko-KR" sz="1400" dirty="0"/>
              <a:t xml:space="preserve">  </a:t>
            </a:r>
            <a:r>
              <a:rPr lang="ko-KR" altLang="ko-KR" sz="1400" dirty="0"/>
              <a:t>도움을 줄 수 있다는 것을 느꼈고, AI 기술이 많이 발전했다는 것을 직접 체감할 수 있었다.</a:t>
            </a:r>
          </a:p>
          <a:p>
            <a:endParaRPr lang="ko-KR" altLang="en-US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FFC2F57-14EA-5391-61DD-246C46448CDF}"/>
              </a:ext>
            </a:extLst>
          </p:cNvPr>
          <p:cNvSpPr/>
          <p:nvPr/>
        </p:nvSpPr>
        <p:spPr>
          <a:xfrm>
            <a:off x="411480" y="2971800"/>
            <a:ext cx="64008" cy="1955409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73683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89C05-3204-811F-7AE1-C5D543293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5AF9E3-D84E-FEA1-ACB6-AA9117FB77DC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83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A5F8C5-330D-5804-8AED-80B6106E00A4}"/>
              </a:ext>
            </a:extLst>
          </p:cNvPr>
          <p:cNvSpPr txBox="1"/>
          <p:nvPr/>
        </p:nvSpPr>
        <p:spPr>
          <a:xfrm>
            <a:off x="1667022" y="1751428"/>
            <a:ext cx="577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541382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690</Words>
  <Application>Microsoft Office PowerPoint</Application>
  <PresentationFormat>화면 슬라이드 쇼(16:9)</PresentationFormat>
  <Paragraphs>129</Paragraphs>
  <Slides>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HY견고딕</vt:lpstr>
      <vt:lpstr>맑은 고딕</vt:lpstr>
      <vt:lpstr>Arial</vt:lpstr>
      <vt:lpstr>Arial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승원 최</cp:lastModifiedBy>
  <cp:revision>3</cp:revision>
  <dcterms:created xsi:type="dcterms:W3CDTF">2026-05-11T02:46:54Z</dcterms:created>
  <dcterms:modified xsi:type="dcterms:W3CDTF">2026-06-07T10:19:36Z</dcterms:modified>
</cp:coreProperties>
</file>